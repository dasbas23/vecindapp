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6"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6858000" cy="9144000"/>
  <p:embeddedFontLst>
    <p:embeddedFont>
      <p:font typeface="Palanquin Dark"/>
      <p:regular r:id="rId18"/>
      <p:bold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PalanquinDark-bold.fntdata"/><Relationship Id="rId6" Type="http://schemas.openxmlformats.org/officeDocument/2006/relationships/slide" Target="slides/slide1.xml"/><Relationship Id="rId18" Type="http://schemas.openxmlformats.org/officeDocument/2006/relationships/font" Target="fonts/PalanquinDark-regular.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05fe2b77ac_1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g305fe2b77ac_1_7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cc9e9b7a9e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g3cc9e9b7a9e_0_3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cc9e9b7a9e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g3cc9e9b7a9e_0_9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cc9e9b7a9e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g3cc9e9b7a9e_0_5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cc9e9b7a9e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g3cc9e9b7a9e_0_13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cc9e9b7a9e_0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g3cc9e9b7a9e_0_17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cc9e9b7a9e_0_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g3cc9e9b7a9e_0_19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cc9e9b7a9e_0_2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g3cc9e9b7a9e_0_2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cc9e9b7a9e_0_2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g3cc9e9b7a9e_0_22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cc9e9b7a9e_0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g3cc9e9b7a9e_0_24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cc9e9b7a9e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3cc9e9b7a9e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305fe2b77ac_1_3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g305fe2b77ac_1_39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grpSp>
        <p:nvGrpSpPr>
          <p:cNvPr id="10" name="Google Shape;10;p2"/>
          <p:cNvGrpSpPr/>
          <p:nvPr/>
        </p:nvGrpSpPr>
        <p:grpSpPr>
          <a:xfrm>
            <a:off x="0" y="3199716"/>
            <a:ext cx="9143818" cy="2786661"/>
            <a:chOff x="0" y="-38100"/>
            <a:chExt cx="4816592" cy="1467900"/>
          </a:xfrm>
        </p:grpSpPr>
        <p:sp>
          <p:nvSpPr>
            <p:cNvPr id="11" name="Google Shape;11;p2"/>
            <p:cNvSpPr/>
            <p:nvPr/>
          </p:nvSpPr>
          <p:spPr>
            <a:xfrm>
              <a:off x="0" y="0"/>
              <a:ext cx="4816592" cy="1429707"/>
            </a:xfrm>
            <a:custGeom>
              <a:rect b="b" l="l" r="r" t="t"/>
              <a:pathLst>
                <a:path extrusionOk="0" h="1429707" w="4816592">
                  <a:moveTo>
                    <a:pt x="0" y="0"/>
                  </a:moveTo>
                  <a:lnTo>
                    <a:pt x="4816592" y="0"/>
                  </a:lnTo>
                  <a:lnTo>
                    <a:pt x="4816592" y="1429707"/>
                  </a:lnTo>
                  <a:lnTo>
                    <a:pt x="0" y="1429707"/>
                  </a:lnTo>
                  <a:close/>
                </a:path>
              </a:pathLst>
            </a:custGeom>
            <a:solidFill>
              <a:srgbClr val="01045F">
                <a:alpha val="48240"/>
              </a:srgbClr>
            </a:solidFill>
            <a:ln>
              <a:noFill/>
            </a:ln>
          </p:spPr>
        </p:sp>
        <p:sp>
          <p:nvSpPr>
            <p:cNvPr id="12" name="Google Shape;12;p2"/>
            <p:cNvSpPr txBox="1"/>
            <p:nvPr/>
          </p:nvSpPr>
          <p:spPr>
            <a:xfrm>
              <a:off x="0" y="-38100"/>
              <a:ext cx="4816500" cy="1467900"/>
            </a:xfrm>
            <a:prstGeom prst="rect">
              <a:avLst/>
            </a:prstGeom>
            <a:noFill/>
            <a:ln>
              <a:noFill/>
            </a:ln>
          </p:spPr>
          <p:txBody>
            <a:bodyPr anchorCtr="0" anchor="ctr" bIns="25400" lIns="25400" spcFirstLastPara="1" rIns="25400" wrap="square" tIns="25400">
              <a:noAutofit/>
            </a:bodyPr>
            <a:lstStyle/>
            <a:p>
              <a:pPr indent="0" lvl="0" marL="0" marR="0" rtl="0" algn="ctr">
                <a:lnSpc>
                  <a:spcPct val="140000"/>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pic>
        <p:nvPicPr>
          <p:cNvPr id="13" name="Google Shape;13;p2"/>
          <p:cNvPicPr preferRelativeResize="0"/>
          <p:nvPr/>
        </p:nvPicPr>
        <p:blipFill>
          <a:blip r:embed="rId2">
            <a:alphaModFix/>
          </a:blip>
          <a:stretch>
            <a:fillRect/>
          </a:stretch>
        </p:blipFill>
        <p:spPr>
          <a:xfrm>
            <a:off x="4648202" y="737025"/>
            <a:ext cx="4070999" cy="3574313"/>
          </a:xfrm>
          <a:prstGeom prst="rect">
            <a:avLst/>
          </a:prstGeom>
          <a:noFill/>
          <a:ln>
            <a:noFill/>
          </a:ln>
        </p:spPr>
      </p:pic>
      <p:sp>
        <p:nvSpPr>
          <p:cNvPr id="14" name="Google Shape;14;p2"/>
          <p:cNvSpPr txBox="1"/>
          <p:nvPr>
            <p:ph type="ctrTitle"/>
          </p:nvPr>
        </p:nvSpPr>
        <p:spPr>
          <a:xfrm>
            <a:off x="311700" y="1260525"/>
            <a:ext cx="3827400" cy="2052600"/>
          </a:xfrm>
          <a:prstGeom prst="rect">
            <a:avLst/>
          </a:prstGeom>
        </p:spPr>
        <p:txBody>
          <a:bodyPr anchorCtr="0" anchor="b" bIns="91425" lIns="91425" spcFirstLastPara="1" rIns="91425" wrap="square" tIns="91425">
            <a:normAutofit/>
          </a:bodyPr>
          <a:lstStyle>
            <a:lvl1pPr lvl="0">
              <a:spcBef>
                <a:spcPts val="0"/>
              </a:spcBef>
              <a:spcAft>
                <a:spcPts val="0"/>
              </a:spcAft>
              <a:buSzPts val="5200"/>
              <a:buNone/>
              <a:defRPr sz="5200"/>
            </a:lvl1pPr>
            <a:lvl2pPr lvl="1">
              <a:spcBef>
                <a:spcPts val="0"/>
              </a:spcBef>
              <a:spcAft>
                <a:spcPts val="0"/>
              </a:spcAft>
              <a:buSzPts val="5200"/>
              <a:buNone/>
              <a:defRPr sz="5200"/>
            </a:lvl2pPr>
            <a:lvl3pPr lvl="2">
              <a:spcBef>
                <a:spcPts val="0"/>
              </a:spcBef>
              <a:spcAft>
                <a:spcPts val="0"/>
              </a:spcAft>
              <a:buSzPts val="5200"/>
              <a:buNone/>
              <a:defRPr sz="5200"/>
            </a:lvl3pPr>
            <a:lvl4pPr lvl="3">
              <a:spcBef>
                <a:spcPts val="0"/>
              </a:spcBef>
              <a:spcAft>
                <a:spcPts val="0"/>
              </a:spcAft>
              <a:buSzPts val="5200"/>
              <a:buNone/>
              <a:defRPr sz="5200"/>
            </a:lvl4pPr>
            <a:lvl5pPr lvl="4">
              <a:spcBef>
                <a:spcPts val="0"/>
              </a:spcBef>
              <a:spcAft>
                <a:spcPts val="0"/>
              </a:spcAft>
              <a:buSzPts val="5200"/>
              <a:buNone/>
              <a:defRPr sz="5200"/>
            </a:lvl5pPr>
            <a:lvl6pPr lvl="5">
              <a:spcBef>
                <a:spcPts val="0"/>
              </a:spcBef>
              <a:spcAft>
                <a:spcPts val="0"/>
              </a:spcAft>
              <a:buSzPts val="5200"/>
              <a:buNone/>
              <a:defRPr sz="5200"/>
            </a:lvl6pPr>
            <a:lvl7pPr lvl="6">
              <a:spcBef>
                <a:spcPts val="0"/>
              </a:spcBef>
              <a:spcAft>
                <a:spcPts val="0"/>
              </a:spcAft>
              <a:buSzPts val="5200"/>
              <a:buNone/>
              <a:defRPr sz="5200"/>
            </a:lvl7pPr>
            <a:lvl8pPr lvl="7">
              <a:spcBef>
                <a:spcPts val="0"/>
              </a:spcBef>
              <a:spcAft>
                <a:spcPts val="0"/>
              </a:spcAft>
              <a:buSzPts val="5200"/>
              <a:buNone/>
              <a:defRPr sz="5200"/>
            </a:lvl8pPr>
            <a:lvl9pPr lvl="8">
              <a:spcBef>
                <a:spcPts val="0"/>
              </a:spcBef>
              <a:spcAft>
                <a:spcPts val="0"/>
              </a:spcAft>
              <a:buSzPts val="5200"/>
              <a:buNone/>
              <a:defRPr sz="5200"/>
            </a:lvl9pPr>
          </a:lstStyle>
          <a:p/>
        </p:txBody>
      </p:sp>
      <p:sp>
        <p:nvSpPr>
          <p:cNvPr id="15" name="Google Shape;15;p2"/>
          <p:cNvSpPr txBox="1"/>
          <p:nvPr>
            <p:ph idx="1" type="subTitle"/>
          </p:nvPr>
        </p:nvSpPr>
        <p:spPr>
          <a:xfrm>
            <a:off x="311700" y="3350075"/>
            <a:ext cx="4184700" cy="7926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rgbClr val="FFE072"/>
              </a:buClr>
              <a:buSzPts val="2800"/>
              <a:buNone/>
              <a:defRPr sz="2800">
                <a:solidFill>
                  <a:srgbClr val="FFE072"/>
                </a:solidFill>
              </a:defRPr>
            </a:lvl1pPr>
            <a:lvl2pPr lvl="1">
              <a:lnSpc>
                <a:spcPct val="100000"/>
              </a:lnSpc>
              <a:spcBef>
                <a:spcPts val="0"/>
              </a:spcBef>
              <a:spcAft>
                <a:spcPts val="0"/>
              </a:spcAft>
              <a:buSzPts val="2800"/>
              <a:buNone/>
              <a:defRPr sz="2800"/>
            </a:lvl2pPr>
            <a:lvl3pPr lvl="2">
              <a:lnSpc>
                <a:spcPct val="100000"/>
              </a:lnSpc>
              <a:spcBef>
                <a:spcPts val="0"/>
              </a:spcBef>
              <a:spcAft>
                <a:spcPts val="0"/>
              </a:spcAft>
              <a:buSzPts val="2800"/>
              <a:buNone/>
              <a:defRPr sz="2800"/>
            </a:lvl3pPr>
            <a:lvl4pPr lvl="3">
              <a:lnSpc>
                <a:spcPct val="100000"/>
              </a:lnSpc>
              <a:spcBef>
                <a:spcPts val="0"/>
              </a:spcBef>
              <a:spcAft>
                <a:spcPts val="0"/>
              </a:spcAft>
              <a:buSzPts val="2800"/>
              <a:buNone/>
              <a:defRPr sz="2800"/>
            </a:lvl4pPr>
            <a:lvl5pPr lvl="4">
              <a:lnSpc>
                <a:spcPct val="100000"/>
              </a:lnSpc>
              <a:spcBef>
                <a:spcPts val="0"/>
              </a:spcBef>
              <a:spcAft>
                <a:spcPts val="0"/>
              </a:spcAft>
              <a:buSzPts val="2800"/>
              <a:buNone/>
              <a:defRPr sz="2800"/>
            </a:lvl5pPr>
            <a:lvl6pPr lvl="5">
              <a:lnSpc>
                <a:spcPct val="100000"/>
              </a:lnSpc>
              <a:spcBef>
                <a:spcPts val="0"/>
              </a:spcBef>
              <a:spcAft>
                <a:spcPts val="0"/>
              </a:spcAft>
              <a:buSzPts val="2800"/>
              <a:buNone/>
              <a:defRPr sz="2800"/>
            </a:lvl6pPr>
            <a:lvl7pPr lvl="6">
              <a:lnSpc>
                <a:spcPct val="100000"/>
              </a:lnSpc>
              <a:spcBef>
                <a:spcPts val="0"/>
              </a:spcBef>
              <a:spcAft>
                <a:spcPts val="0"/>
              </a:spcAft>
              <a:buSzPts val="2800"/>
              <a:buNone/>
              <a:defRPr sz="2800"/>
            </a:lvl7pPr>
            <a:lvl8pPr lvl="7">
              <a:lnSpc>
                <a:spcPct val="100000"/>
              </a:lnSpc>
              <a:spcBef>
                <a:spcPts val="0"/>
              </a:spcBef>
              <a:spcAft>
                <a:spcPts val="0"/>
              </a:spcAft>
              <a:buSzPts val="2800"/>
              <a:buNone/>
              <a:defRPr sz="2800"/>
            </a:lvl8pPr>
            <a:lvl9pPr lvl="8">
              <a:lnSpc>
                <a:spcPct val="100000"/>
              </a:lnSpc>
              <a:spcBef>
                <a:spcPts val="0"/>
              </a:spcBef>
              <a:spcAft>
                <a:spcPts val="0"/>
              </a:spcAft>
              <a:buSzPts val="2800"/>
              <a:buNone/>
              <a:defRPr sz="2800"/>
            </a:lvl9pPr>
          </a:lstStyle>
          <a:p/>
        </p:txBody>
      </p:sp>
      <p:sp>
        <p:nvSpPr>
          <p:cNvPr id="16" name="Google Shape;16;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3"/>
          <p:cNvSpPr/>
          <p:nvPr/>
        </p:nvSpPr>
        <p:spPr>
          <a:xfrm>
            <a:off x="5702825" y="-7400"/>
            <a:ext cx="3441300" cy="5143500"/>
          </a:xfrm>
          <a:prstGeom prst="rect">
            <a:avLst/>
          </a:prstGeom>
          <a:solidFill>
            <a:srgbClr val="01045F">
              <a:alpha val="4824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alanquin Dark"/>
              <a:ea typeface="Palanquin Dark"/>
              <a:cs typeface="Palanquin Dark"/>
              <a:sym typeface="Palanquin Dark"/>
            </a:endParaRPr>
          </a:p>
        </p:txBody>
      </p:sp>
      <p:sp>
        <p:nvSpPr>
          <p:cNvPr id="19" name="Google Shape;19;p3"/>
          <p:cNvSpPr/>
          <p:nvPr>
            <p:ph idx="2" type="pic"/>
          </p:nvPr>
        </p:nvSpPr>
        <p:spPr>
          <a:xfrm>
            <a:off x="11650" y="-7400"/>
            <a:ext cx="5643000" cy="5143500"/>
          </a:xfrm>
          <a:prstGeom prst="rect">
            <a:avLst/>
          </a:prstGeom>
          <a:noFill/>
          <a:ln>
            <a:noFill/>
          </a:ln>
        </p:spPr>
      </p:sp>
      <p:sp>
        <p:nvSpPr>
          <p:cNvPr id="20" name="Google Shape;20;p3"/>
          <p:cNvSpPr txBox="1"/>
          <p:nvPr>
            <p:ph type="title"/>
          </p:nvPr>
        </p:nvSpPr>
        <p:spPr>
          <a:xfrm>
            <a:off x="547700" y="745900"/>
            <a:ext cx="3940800" cy="841800"/>
          </a:xfrm>
          <a:prstGeom prst="rect">
            <a:avLst/>
          </a:prstGeom>
        </p:spPr>
        <p:txBody>
          <a:bodyPr anchorCtr="0" anchor="ctr" bIns="91425" lIns="91425" spcFirstLastPara="1" rIns="91425" wrap="square" tIns="91425">
            <a:normAutofit/>
          </a:bodyPr>
          <a:lstStyle>
            <a:lvl1pPr lvl="0">
              <a:spcBef>
                <a:spcPts val="0"/>
              </a:spcBef>
              <a:spcAft>
                <a:spcPts val="0"/>
              </a:spcAft>
              <a:buClr>
                <a:srgbClr val="FFE072"/>
              </a:buClr>
              <a:buSzPts val="3600"/>
              <a:buNone/>
              <a:defRPr sz="3600">
                <a:solidFill>
                  <a:srgbClr val="FFE072"/>
                </a:solidFill>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21" name="Google Shape;21;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grpSp>
        <p:nvGrpSpPr>
          <p:cNvPr id="22" name="Google Shape;22;p3"/>
          <p:cNvGrpSpPr/>
          <p:nvPr/>
        </p:nvGrpSpPr>
        <p:grpSpPr>
          <a:xfrm>
            <a:off x="5654724" y="-72329"/>
            <a:ext cx="148645" cy="5215727"/>
            <a:chOff x="0" y="-38100"/>
            <a:chExt cx="78300" cy="2747433"/>
          </a:xfrm>
        </p:grpSpPr>
        <p:sp>
          <p:nvSpPr>
            <p:cNvPr id="23" name="Google Shape;23;p3"/>
            <p:cNvSpPr/>
            <p:nvPr/>
          </p:nvSpPr>
          <p:spPr>
            <a:xfrm>
              <a:off x="0" y="0"/>
              <a:ext cx="78196" cy="2709333"/>
            </a:xfrm>
            <a:custGeom>
              <a:rect b="b" l="l" r="r" t="t"/>
              <a:pathLst>
                <a:path extrusionOk="0" h="2709333" w="78196">
                  <a:moveTo>
                    <a:pt x="0" y="0"/>
                  </a:moveTo>
                  <a:lnTo>
                    <a:pt x="78196" y="0"/>
                  </a:lnTo>
                  <a:lnTo>
                    <a:pt x="78196" y="2709333"/>
                  </a:lnTo>
                  <a:lnTo>
                    <a:pt x="0" y="2709333"/>
                  </a:lnTo>
                  <a:close/>
                </a:path>
              </a:pathLst>
            </a:custGeom>
            <a:solidFill>
              <a:srgbClr val="1E1E49"/>
            </a:solidFill>
            <a:ln>
              <a:noFill/>
            </a:ln>
          </p:spPr>
        </p:sp>
        <p:sp>
          <p:nvSpPr>
            <p:cNvPr id="24" name="Google Shape;24;p3"/>
            <p:cNvSpPr txBox="1"/>
            <p:nvPr/>
          </p:nvSpPr>
          <p:spPr>
            <a:xfrm>
              <a:off x="0" y="-38100"/>
              <a:ext cx="78300" cy="2747400"/>
            </a:xfrm>
            <a:prstGeom prst="rect">
              <a:avLst/>
            </a:prstGeom>
            <a:noFill/>
            <a:ln>
              <a:noFill/>
            </a:ln>
          </p:spPr>
          <p:txBody>
            <a:bodyPr anchorCtr="0" anchor="ctr" bIns="25400" lIns="25400" spcFirstLastPara="1" rIns="25400" wrap="square" tIns="25400">
              <a:noAutofit/>
            </a:bodyPr>
            <a:lstStyle/>
            <a:p>
              <a:pPr indent="0" lvl="0" marL="0" marR="0" rtl="0" algn="ctr">
                <a:lnSpc>
                  <a:spcPct val="140000"/>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25" name="Google Shape;25;p3"/>
          <p:cNvGrpSpPr/>
          <p:nvPr/>
        </p:nvGrpSpPr>
        <p:grpSpPr>
          <a:xfrm>
            <a:off x="8995550" y="-72329"/>
            <a:ext cx="148645" cy="5215727"/>
            <a:chOff x="0" y="-38100"/>
            <a:chExt cx="78300" cy="2747433"/>
          </a:xfrm>
        </p:grpSpPr>
        <p:sp>
          <p:nvSpPr>
            <p:cNvPr id="26" name="Google Shape;26;p3"/>
            <p:cNvSpPr/>
            <p:nvPr/>
          </p:nvSpPr>
          <p:spPr>
            <a:xfrm>
              <a:off x="0" y="0"/>
              <a:ext cx="78196" cy="2709333"/>
            </a:xfrm>
            <a:custGeom>
              <a:rect b="b" l="l" r="r" t="t"/>
              <a:pathLst>
                <a:path extrusionOk="0" h="2709333" w="78196">
                  <a:moveTo>
                    <a:pt x="0" y="0"/>
                  </a:moveTo>
                  <a:lnTo>
                    <a:pt x="78196" y="0"/>
                  </a:lnTo>
                  <a:lnTo>
                    <a:pt x="78196" y="2709333"/>
                  </a:lnTo>
                  <a:lnTo>
                    <a:pt x="0" y="2709333"/>
                  </a:lnTo>
                  <a:close/>
                </a:path>
              </a:pathLst>
            </a:custGeom>
            <a:solidFill>
              <a:srgbClr val="FFE072"/>
            </a:solidFill>
            <a:ln>
              <a:noFill/>
            </a:ln>
          </p:spPr>
        </p:sp>
        <p:sp>
          <p:nvSpPr>
            <p:cNvPr id="27" name="Google Shape;27;p3"/>
            <p:cNvSpPr txBox="1"/>
            <p:nvPr/>
          </p:nvSpPr>
          <p:spPr>
            <a:xfrm>
              <a:off x="0" y="-38100"/>
              <a:ext cx="78300" cy="2747400"/>
            </a:xfrm>
            <a:prstGeom prst="rect">
              <a:avLst/>
            </a:prstGeom>
            <a:noFill/>
            <a:ln>
              <a:noFill/>
            </a:ln>
          </p:spPr>
          <p:txBody>
            <a:bodyPr anchorCtr="0" anchor="ctr" bIns="25400" lIns="25400" spcFirstLastPara="1" rIns="25400" wrap="square" tIns="25400">
              <a:noAutofit/>
            </a:bodyPr>
            <a:lstStyle/>
            <a:p>
              <a:pPr indent="0" lvl="0" marL="0" marR="0" rtl="0" algn="ctr">
                <a:lnSpc>
                  <a:spcPct val="140000"/>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28" name="Google Shape;28;p3"/>
          <p:cNvGrpSpPr/>
          <p:nvPr/>
        </p:nvGrpSpPr>
        <p:grpSpPr>
          <a:xfrm>
            <a:off x="0" y="-72329"/>
            <a:ext cx="148645" cy="5215727"/>
            <a:chOff x="0" y="-38100"/>
            <a:chExt cx="78300" cy="2747433"/>
          </a:xfrm>
        </p:grpSpPr>
        <p:sp>
          <p:nvSpPr>
            <p:cNvPr id="29" name="Google Shape;29;p3"/>
            <p:cNvSpPr/>
            <p:nvPr/>
          </p:nvSpPr>
          <p:spPr>
            <a:xfrm>
              <a:off x="0" y="0"/>
              <a:ext cx="78196" cy="2709333"/>
            </a:xfrm>
            <a:custGeom>
              <a:rect b="b" l="l" r="r" t="t"/>
              <a:pathLst>
                <a:path extrusionOk="0" h="2709333" w="78196">
                  <a:moveTo>
                    <a:pt x="0" y="0"/>
                  </a:moveTo>
                  <a:lnTo>
                    <a:pt x="78196" y="0"/>
                  </a:lnTo>
                  <a:lnTo>
                    <a:pt x="78196" y="2709333"/>
                  </a:lnTo>
                  <a:lnTo>
                    <a:pt x="0" y="2709333"/>
                  </a:lnTo>
                  <a:close/>
                </a:path>
              </a:pathLst>
            </a:custGeom>
            <a:solidFill>
              <a:srgbClr val="FFE072"/>
            </a:solidFill>
            <a:ln>
              <a:noFill/>
            </a:ln>
          </p:spPr>
        </p:sp>
        <p:sp>
          <p:nvSpPr>
            <p:cNvPr id="30" name="Google Shape;30;p3"/>
            <p:cNvSpPr txBox="1"/>
            <p:nvPr/>
          </p:nvSpPr>
          <p:spPr>
            <a:xfrm>
              <a:off x="0" y="-38100"/>
              <a:ext cx="78300" cy="2747400"/>
            </a:xfrm>
            <a:prstGeom prst="rect">
              <a:avLst/>
            </a:prstGeom>
            <a:noFill/>
            <a:ln>
              <a:noFill/>
            </a:ln>
          </p:spPr>
          <p:txBody>
            <a:bodyPr anchorCtr="0" anchor="ctr" bIns="25400" lIns="25400" spcFirstLastPara="1" rIns="25400" wrap="square" tIns="25400">
              <a:noAutofit/>
            </a:bodyPr>
            <a:lstStyle/>
            <a:p>
              <a:pPr indent="0" lvl="0" marL="0" marR="0" rtl="0" algn="ctr">
                <a:lnSpc>
                  <a:spcPct val="140000"/>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1" name="Shape 31"/>
        <p:cNvGrpSpPr/>
        <p:nvPr/>
      </p:nvGrpSpPr>
      <p:grpSpPr>
        <a:xfrm>
          <a:off x="0" y="0"/>
          <a:ext cx="0" cy="0"/>
          <a:chOff x="0" y="0"/>
          <a:chExt cx="0" cy="0"/>
        </a:xfrm>
      </p:grpSpPr>
      <p:grpSp>
        <p:nvGrpSpPr>
          <p:cNvPr id="32" name="Google Shape;32;p4"/>
          <p:cNvGrpSpPr/>
          <p:nvPr/>
        </p:nvGrpSpPr>
        <p:grpSpPr>
          <a:xfrm>
            <a:off x="0" y="2499421"/>
            <a:ext cx="9143818" cy="2644281"/>
            <a:chOff x="0" y="-38100"/>
            <a:chExt cx="4816592" cy="1392900"/>
          </a:xfrm>
        </p:grpSpPr>
        <p:sp>
          <p:nvSpPr>
            <p:cNvPr id="33" name="Google Shape;33;p4"/>
            <p:cNvSpPr/>
            <p:nvPr/>
          </p:nvSpPr>
          <p:spPr>
            <a:xfrm>
              <a:off x="0" y="0"/>
              <a:ext cx="4816592" cy="1354667"/>
            </a:xfrm>
            <a:custGeom>
              <a:rect b="b" l="l" r="r" t="t"/>
              <a:pathLst>
                <a:path extrusionOk="0" h="1354667" w="4816592">
                  <a:moveTo>
                    <a:pt x="0" y="0"/>
                  </a:moveTo>
                  <a:lnTo>
                    <a:pt x="4816592" y="0"/>
                  </a:lnTo>
                  <a:lnTo>
                    <a:pt x="4816592" y="1354667"/>
                  </a:lnTo>
                  <a:lnTo>
                    <a:pt x="0" y="1354667"/>
                  </a:lnTo>
                  <a:close/>
                </a:path>
              </a:pathLst>
            </a:custGeom>
            <a:solidFill>
              <a:srgbClr val="01045F">
                <a:alpha val="48240"/>
              </a:srgbClr>
            </a:solidFill>
            <a:ln>
              <a:noFill/>
            </a:ln>
          </p:spPr>
        </p:sp>
        <p:sp>
          <p:nvSpPr>
            <p:cNvPr id="34" name="Google Shape;34;p4"/>
            <p:cNvSpPr txBox="1"/>
            <p:nvPr/>
          </p:nvSpPr>
          <p:spPr>
            <a:xfrm>
              <a:off x="0" y="-38100"/>
              <a:ext cx="4816500" cy="1392900"/>
            </a:xfrm>
            <a:prstGeom prst="rect">
              <a:avLst/>
            </a:prstGeom>
            <a:noFill/>
            <a:ln>
              <a:noFill/>
            </a:ln>
          </p:spPr>
          <p:txBody>
            <a:bodyPr anchorCtr="0" anchor="ctr" bIns="25400" lIns="25400" spcFirstLastPara="1" rIns="25400" wrap="square" tIns="25400">
              <a:noAutofit/>
            </a:bodyPr>
            <a:lstStyle/>
            <a:p>
              <a:pPr indent="0" lvl="0" marL="0" marR="0" rtl="0" algn="ctr">
                <a:lnSpc>
                  <a:spcPct val="140000"/>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pic>
        <p:nvPicPr>
          <p:cNvPr id="35" name="Google Shape;35;p4"/>
          <p:cNvPicPr preferRelativeResize="0"/>
          <p:nvPr/>
        </p:nvPicPr>
        <p:blipFill>
          <a:blip r:embed="rId2">
            <a:alphaModFix/>
          </a:blip>
          <a:stretch>
            <a:fillRect/>
          </a:stretch>
        </p:blipFill>
        <p:spPr>
          <a:xfrm>
            <a:off x="5868030" y="-224900"/>
            <a:ext cx="2384275" cy="5655756"/>
          </a:xfrm>
          <a:prstGeom prst="rect">
            <a:avLst/>
          </a:prstGeom>
          <a:noFill/>
          <a:ln>
            <a:noFill/>
          </a:ln>
        </p:spPr>
      </p:pic>
      <p:grpSp>
        <p:nvGrpSpPr>
          <p:cNvPr id="36" name="Google Shape;36;p4"/>
          <p:cNvGrpSpPr/>
          <p:nvPr/>
        </p:nvGrpSpPr>
        <p:grpSpPr>
          <a:xfrm>
            <a:off x="8995550" y="-72329"/>
            <a:ext cx="148645" cy="5215727"/>
            <a:chOff x="0" y="-38100"/>
            <a:chExt cx="78300" cy="2747433"/>
          </a:xfrm>
        </p:grpSpPr>
        <p:sp>
          <p:nvSpPr>
            <p:cNvPr id="37" name="Google Shape;37;p4"/>
            <p:cNvSpPr/>
            <p:nvPr/>
          </p:nvSpPr>
          <p:spPr>
            <a:xfrm>
              <a:off x="0" y="0"/>
              <a:ext cx="78196" cy="2709333"/>
            </a:xfrm>
            <a:custGeom>
              <a:rect b="b" l="l" r="r" t="t"/>
              <a:pathLst>
                <a:path extrusionOk="0" h="2709333" w="78196">
                  <a:moveTo>
                    <a:pt x="0" y="0"/>
                  </a:moveTo>
                  <a:lnTo>
                    <a:pt x="78196" y="0"/>
                  </a:lnTo>
                  <a:lnTo>
                    <a:pt x="78196" y="2709333"/>
                  </a:lnTo>
                  <a:lnTo>
                    <a:pt x="0" y="2709333"/>
                  </a:lnTo>
                  <a:close/>
                </a:path>
              </a:pathLst>
            </a:custGeom>
            <a:solidFill>
              <a:srgbClr val="0F1A38"/>
            </a:solidFill>
            <a:ln>
              <a:noFill/>
            </a:ln>
          </p:spPr>
        </p:sp>
        <p:sp>
          <p:nvSpPr>
            <p:cNvPr id="38" name="Google Shape;38;p4"/>
            <p:cNvSpPr txBox="1"/>
            <p:nvPr/>
          </p:nvSpPr>
          <p:spPr>
            <a:xfrm>
              <a:off x="0" y="-38100"/>
              <a:ext cx="78300" cy="2747400"/>
            </a:xfrm>
            <a:prstGeom prst="rect">
              <a:avLst/>
            </a:prstGeom>
            <a:noFill/>
            <a:ln>
              <a:noFill/>
            </a:ln>
          </p:spPr>
          <p:txBody>
            <a:bodyPr anchorCtr="0" anchor="ctr" bIns="25400" lIns="25400" spcFirstLastPara="1" rIns="25400" wrap="square" tIns="25400">
              <a:noAutofit/>
            </a:bodyPr>
            <a:lstStyle/>
            <a:p>
              <a:pPr indent="0" lvl="0" marL="0" marR="0" rtl="0" algn="ctr">
                <a:lnSpc>
                  <a:spcPct val="140000"/>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39" name="Google Shape;39;p4"/>
          <p:cNvGrpSpPr/>
          <p:nvPr/>
        </p:nvGrpSpPr>
        <p:grpSpPr>
          <a:xfrm>
            <a:off x="0" y="-72329"/>
            <a:ext cx="148645" cy="5215727"/>
            <a:chOff x="0" y="-38100"/>
            <a:chExt cx="78300" cy="2747433"/>
          </a:xfrm>
        </p:grpSpPr>
        <p:sp>
          <p:nvSpPr>
            <p:cNvPr id="40" name="Google Shape;40;p4"/>
            <p:cNvSpPr/>
            <p:nvPr/>
          </p:nvSpPr>
          <p:spPr>
            <a:xfrm>
              <a:off x="0" y="0"/>
              <a:ext cx="78196" cy="2709333"/>
            </a:xfrm>
            <a:custGeom>
              <a:rect b="b" l="l" r="r" t="t"/>
              <a:pathLst>
                <a:path extrusionOk="0" h="2709333" w="78196">
                  <a:moveTo>
                    <a:pt x="0" y="0"/>
                  </a:moveTo>
                  <a:lnTo>
                    <a:pt x="78196" y="0"/>
                  </a:lnTo>
                  <a:lnTo>
                    <a:pt x="78196" y="2709333"/>
                  </a:lnTo>
                  <a:lnTo>
                    <a:pt x="0" y="2709333"/>
                  </a:lnTo>
                  <a:close/>
                </a:path>
              </a:pathLst>
            </a:custGeom>
            <a:solidFill>
              <a:srgbClr val="0F1A38"/>
            </a:solidFill>
            <a:ln>
              <a:noFill/>
            </a:ln>
          </p:spPr>
        </p:sp>
        <p:sp>
          <p:nvSpPr>
            <p:cNvPr id="41" name="Google Shape;41;p4"/>
            <p:cNvSpPr txBox="1"/>
            <p:nvPr/>
          </p:nvSpPr>
          <p:spPr>
            <a:xfrm>
              <a:off x="0" y="-38100"/>
              <a:ext cx="78300" cy="2747400"/>
            </a:xfrm>
            <a:prstGeom prst="rect">
              <a:avLst/>
            </a:prstGeom>
            <a:noFill/>
            <a:ln>
              <a:noFill/>
            </a:ln>
          </p:spPr>
          <p:txBody>
            <a:bodyPr anchorCtr="0" anchor="ctr" bIns="25400" lIns="25400" spcFirstLastPara="1" rIns="25400" wrap="square" tIns="25400">
              <a:noAutofit/>
            </a:bodyPr>
            <a:lstStyle/>
            <a:p>
              <a:pPr indent="0" lvl="0" marL="0" marR="0" rtl="0" algn="ctr">
                <a:lnSpc>
                  <a:spcPct val="140000"/>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42" name="Google Shape;42;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3" name="Google Shape;43;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4" name="Google Shape;44;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5"/>
          <p:cNvSpPr/>
          <p:nvPr>
            <p:ph idx="2" type="pic"/>
          </p:nvPr>
        </p:nvSpPr>
        <p:spPr>
          <a:xfrm>
            <a:off x="3700" y="-4225"/>
            <a:ext cx="9144000" cy="5143500"/>
          </a:xfrm>
          <a:prstGeom prst="rect">
            <a:avLst/>
          </a:prstGeom>
          <a:noFill/>
          <a:ln>
            <a:noFill/>
          </a:ln>
        </p:spPr>
      </p:sp>
      <p:sp>
        <p:nvSpPr>
          <p:cNvPr id="47" name="Google Shape;47;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8" name="Google Shape;48;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grpSp>
        <p:nvGrpSpPr>
          <p:cNvPr id="49" name="Google Shape;49;p5"/>
          <p:cNvGrpSpPr/>
          <p:nvPr/>
        </p:nvGrpSpPr>
        <p:grpSpPr>
          <a:xfrm>
            <a:off x="0" y="2356962"/>
            <a:ext cx="9143818" cy="2786661"/>
            <a:chOff x="0" y="-38100"/>
            <a:chExt cx="4816592" cy="1467900"/>
          </a:xfrm>
        </p:grpSpPr>
        <p:sp>
          <p:nvSpPr>
            <p:cNvPr id="50" name="Google Shape;50;p5"/>
            <p:cNvSpPr/>
            <p:nvPr/>
          </p:nvSpPr>
          <p:spPr>
            <a:xfrm>
              <a:off x="0" y="0"/>
              <a:ext cx="4816592" cy="1429707"/>
            </a:xfrm>
            <a:custGeom>
              <a:rect b="b" l="l" r="r" t="t"/>
              <a:pathLst>
                <a:path extrusionOk="0" h="1429707" w="4816592">
                  <a:moveTo>
                    <a:pt x="0" y="0"/>
                  </a:moveTo>
                  <a:lnTo>
                    <a:pt x="4816592" y="0"/>
                  </a:lnTo>
                  <a:lnTo>
                    <a:pt x="4816592" y="1429707"/>
                  </a:lnTo>
                  <a:lnTo>
                    <a:pt x="0" y="1429707"/>
                  </a:lnTo>
                  <a:close/>
                </a:path>
              </a:pathLst>
            </a:custGeom>
            <a:solidFill>
              <a:srgbClr val="01045F">
                <a:alpha val="48240"/>
              </a:srgbClr>
            </a:solidFill>
            <a:ln>
              <a:noFill/>
            </a:ln>
          </p:spPr>
        </p:sp>
        <p:sp>
          <p:nvSpPr>
            <p:cNvPr id="51" name="Google Shape;51;p5"/>
            <p:cNvSpPr txBox="1"/>
            <p:nvPr/>
          </p:nvSpPr>
          <p:spPr>
            <a:xfrm>
              <a:off x="0" y="-38100"/>
              <a:ext cx="4816500" cy="1467900"/>
            </a:xfrm>
            <a:prstGeom prst="rect">
              <a:avLst/>
            </a:prstGeom>
            <a:noFill/>
            <a:ln>
              <a:noFill/>
            </a:ln>
          </p:spPr>
          <p:txBody>
            <a:bodyPr anchorCtr="0" anchor="ctr" bIns="25400" lIns="25400" spcFirstLastPara="1" rIns="25400" wrap="square" tIns="25400">
              <a:noAutofit/>
            </a:bodyPr>
            <a:lstStyle/>
            <a:p>
              <a:pPr indent="0" lvl="0" marL="0" marR="0" rtl="0" algn="ctr">
                <a:lnSpc>
                  <a:spcPct val="140000"/>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52" name="Shape 52"/>
        <p:cNvGrpSpPr/>
        <p:nvPr/>
      </p:nvGrpSpPr>
      <p:grpSpPr>
        <a:xfrm>
          <a:off x="0" y="0"/>
          <a:ext cx="0" cy="0"/>
          <a:chOff x="0" y="0"/>
          <a:chExt cx="0" cy="0"/>
        </a:xfrm>
      </p:grpSpPr>
      <p:grpSp>
        <p:nvGrpSpPr>
          <p:cNvPr id="53" name="Google Shape;53;p6"/>
          <p:cNvGrpSpPr/>
          <p:nvPr/>
        </p:nvGrpSpPr>
        <p:grpSpPr>
          <a:xfrm>
            <a:off x="0" y="2356962"/>
            <a:ext cx="9143818" cy="2786661"/>
            <a:chOff x="0" y="-38100"/>
            <a:chExt cx="4816592" cy="1467900"/>
          </a:xfrm>
        </p:grpSpPr>
        <p:sp>
          <p:nvSpPr>
            <p:cNvPr id="54" name="Google Shape;54;p6"/>
            <p:cNvSpPr/>
            <p:nvPr/>
          </p:nvSpPr>
          <p:spPr>
            <a:xfrm>
              <a:off x="0" y="0"/>
              <a:ext cx="4816592" cy="1429707"/>
            </a:xfrm>
            <a:custGeom>
              <a:rect b="b" l="l" r="r" t="t"/>
              <a:pathLst>
                <a:path extrusionOk="0" h="1429707" w="4816592">
                  <a:moveTo>
                    <a:pt x="0" y="0"/>
                  </a:moveTo>
                  <a:lnTo>
                    <a:pt x="4816592" y="0"/>
                  </a:lnTo>
                  <a:lnTo>
                    <a:pt x="4816592" y="1429707"/>
                  </a:lnTo>
                  <a:lnTo>
                    <a:pt x="0" y="1429707"/>
                  </a:lnTo>
                  <a:close/>
                </a:path>
              </a:pathLst>
            </a:custGeom>
            <a:solidFill>
              <a:srgbClr val="01045F">
                <a:alpha val="48240"/>
              </a:srgbClr>
            </a:solidFill>
            <a:ln>
              <a:noFill/>
            </a:ln>
          </p:spPr>
        </p:sp>
        <p:sp>
          <p:nvSpPr>
            <p:cNvPr id="55" name="Google Shape;55;p6"/>
            <p:cNvSpPr txBox="1"/>
            <p:nvPr/>
          </p:nvSpPr>
          <p:spPr>
            <a:xfrm>
              <a:off x="0" y="-38100"/>
              <a:ext cx="4816500" cy="1467900"/>
            </a:xfrm>
            <a:prstGeom prst="rect">
              <a:avLst/>
            </a:prstGeom>
            <a:noFill/>
            <a:ln>
              <a:noFill/>
            </a:ln>
          </p:spPr>
          <p:txBody>
            <a:bodyPr anchorCtr="0" anchor="ctr" bIns="25400" lIns="25400" spcFirstLastPara="1" rIns="25400" wrap="square" tIns="25400">
              <a:noAutofit/>
            </a:bodyPr>
            <a:lstStyle/>
            <a:p>
              <a:pPr indent="0" lvl="0" marL="0" marR="0" rtl="0" algn="ctr">
                <a:lnSpc>
                  <a:spcPct val="140000"/>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56" name="Google Shape;56;p6"/>
          <p:cNvGrpSpPr/>
          <p:nvPr/>
        </p:nvGrpSpPr>
        <p:grpSpPr>
          <a:xfrm>
            <a:off x="8995550" y="-72329"/>
            <a:ext cx="148645" cy="5215727"/>
            <a:chOff x="0" y="-38100"/>
            <a:chExt cx="78300" cy="2747433"/>
          </a:xfrm>
        </p:grpSpPr>
        <p:sp>
          <p:nvSpPr>
            <p:cNvPr id="57" name="Google Shape;57;p6"/>
            <p:cNvSpPr/>
            <p:nvPr/>
          </p:nvSpPr>
          <p:spPr>
            <a:xfrm>
              <a:off x="0" y="0"/>
              <a:ext cx="78196" cy="2709333"/>
            </a:xfrm>
            <a:custGeom>
              <a:rect b="b" l="l" r="r" t="t"/>
              <a:pathLst>
                <a:path extrusionOk="0" h="2709333" w="78196">
                  <a:moveTo>
                    <a:pt x="0" y="0"/>
                  </a:moveTo>
                  <a:lnTo>
                    <a:pt x="78196" y="0"/>
                  </a:lnTo>
                  <a:lnTo>
                    <a:pt x="78196" y="2709333"/>
                  </a:lnTo>
                  <a:lnTo>
                    <a:pt x="0" y="2709333"/>
                  </a:lnTo>
                  <a:close/>
                </a:path>
              </a:pathLst>
            </a:custGeom>
            <a:solidFill>
              <a:srgbClr val="0F1A38"/>
            </a:solidFill>
            <a:ln>
              <a:noFill/>
            </a:ln>
          </p:spPr>
        </p:sp>
        <p:sp>
          <p:nvSpPr>
            <p:cNvPr id="58" name="Google Shape;58;p6"/>
            <p:cNvSpPr txBox="1"/>
            <p:nvPr/>
          </p:nvSpPr>
          <p:spPr>
            <a:xfrm>
              <a:off x="0" y="-38100"/>
              <a:ext cx="78300" cy="2747400"/>
            </a:xfrm>
            <a:prstGeom prst="rect">
              <a:avLst/>
            </a:prstGeom>
            <a:noFill/>
            <a:ln>
              <a:noFill/>
            </a:ln>
          </p:spPr>
          <p:txBody>
            <a:bodyPr anchorCtr="0" anchor="ctr" bIns="25400" lIns="25400" spcFirstLastPara="1" rIns="25400" wrap="square" tIns="25400">
              <a:noAutofit/>
            </a:bodyPr>
            <a:lstStyle/>
            <a:p>
              <a:pPr indent="0" lvl="0" marL="0" marR="0" rtl="0" algn="ctr">
                <a:lnSpc>
                  <a:spcPct val="140000"/>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59" name="Google Shape;59;p6"/>
          <p:cNvGrpSpPr/>
          <p:nvPr/>
        </p:nvGrpSpPr>
        <p:grpSpPr>
          <a:xfrm>
            <a:off x="0" y="-72329"/>
            <a:ext cx="148645" cy="5215727"/>
            <a:chOff x="0" y="-38100"/>
            <a:chExt cx="78300" cy="2747433"/>
          </a:xfrm>
        </p:grpSpPr>
        <p:sp>
          <p:nvSpPr>
            <p:cNvPr id="60" name="Google Shape;60;p6"/>
            <p:cNvSpPr/>
            <p:nvPr/>
          </p:nvSpPr>
          <p:spPr>
            <a:xfrm>
              <a:off x="0" y="0"/>
              <a:ext cx="78196" cy="2709333"/>
            </a:xfrm>
            <a:custGeom>
              <a:rect b="b" l="l" r="r" t="t"/>
              <a:pathLst>
                <a:path extrusionOk="0" h="2709333" w="78196">
                  <a:moveTo>
                    <a:pt x="0" y="0"/>
                  </a:moveTo>
                  <a:lnTo>
                    <a:pt x="78196" y="0"/>
                  </a:lnTo>
                  <a:lnTo>
                    <a:pt x="78196" y="2709333"/>
                  </a:lnTo>
                  <a:lnTo>
                    <a:pt x="0" y="2709333"/>
                  </a:lnTo>
                  <a:close/>
                </a:path>
              </a:pathLst>
            </a:custGeom>
            <a:solidFill>
              <a:srgbClr val="0F1A38"/>
            </a:solidFill>
            <a:ln>
              <a:noFill/>
            </a:ln>
          </p:spPr>
        </p:sp>
        <p:sp>
          <p:nvSpPr>
            <p:cNvPr id="61" name="Google Shape;61;p6"/>
            <p:cNvSpPr txBox="1"/>
            <p:nvPr/>
          </p:nvSpPr>
          <p:spPr>
            <a:xfrm>
              <a:off x="0" y="-38100"/>
              <a:ext cx="78300" cy="2747400"/>
            </a:xfrm>
            <a:prstGeom prst="rect">
              <a:avLst/>
            </a:prstGeom>
            <a:noFill/>
            <a:ln>
              <a:noFill/>
            </a:ln>
          </p:spPr>
          <p:txBody>
            <a:bodyPr anchorCtr="0" anchor="ctr" bIns="25400" lIns="25400" spcFirstLastPara="1" rIns="25400" wrap="square" tIns="25400">
              <a:noAutofit/>
            </a:bodyPr>
            <a:lstStyle/>
            <a:p>
              <a:pPr indent="0" lvl="0" marL="0" marR="0" rtl="0" algn="ctr">
                <a:lnSpc>
                  <a:spcPct val="140000"/>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62" name="Google Shape;62;p6"/>
          <p:cNvSpPr txBox="1"/>
          <p:nvPr>
            <p:ph type="title"/>
          </p:nvPr>
        </p:nvSpPr>
        <p:spPr>
          <a:xfrm>
            <a:off x="490250" y="450150"/>
            <a:ext cx="50934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63" name="Google Shape;63;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64" name="Google Shape;64;p6"/>
          <p:cNvPicPr preferRelativeResize="0"/>
          <p:nvPr/>
        </p:nvPicPr>
        <p:blipFill>
          <a:blip r:embed="rId2">
            <a:alphaModFix/>
          </a:blip>
          <a:stretch>
            <a:fillRect/>
          </a:stretch>
        </p:blipFill>
        <p:spPr>
          <a:xfrm>
            <a:off x="5511550" y="1058525"/>
            <a:ext cx="3175224" cy="2794314"/>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5" name="Shape 65"/>
        <p:cNvGrpSpPr/>
        <p:nvPr/>
      </p:nvGrpSpPr>
      <p:grpSpPr>
        <a:xfrm>
          <a:off x="0" y="0"/>
          <a:ext cx="0" cy="0"/>
          <a:chOff x="0" y="0"/>
          <a:chExt cx="0" cy="0"/>
        </a:xfrm>
      </p:grpSpPr>
      <p:grpSp>
        <p:nvGrpSpPr>
          <p:cNvPr id="66" name="Google Shape;66;p7"/>
          <p:cNvGrpSpPr/>
          <p:nvPr/>
        </p:nvGrpSpPr>
        <p:grpSpPr>
          <a:xfrm>
            <a:off x="8995550" y="-72329"/>
            <a:ext cx="148645" cy="5215727"/>
            <a:chOff x="0" y="-38100"/>
            <a:chExt cx="78300" cy="2747433"/>
          </a:xfrm>
        </p:grpSpPr>
        <p:sp>
          <p:nvSpPr>
            <p:cNvPr id="67" name="Google Shape;67;p7"/>
            <p:cNvSpPr/>
            <p:nvPr/>
          </p:nvSpPr>
          <p:spPr>
            <a:xfrm>
              <a:off x="0" y="0"/>
              <a:ext cx="78196" cy="2709333"/>
            </a:xfrm>
            <a:custGeom>
              <a:rect b="b" l="l" r="r" t="t"/>
              <a:pathLst>
                <a:path extrusionOk="0" h="2709333" w="78196">
                  <a:moveTo>
                    <a:pt x="0" y="0"/>
                  </a:moveTo>
                  <a:lnTo>
                    <a:pt x="78196" y="0"/>
                  </a:lnTo>
                  <a:lnTo>
                    <a:pt x="78196" y="2709333"/>
                  </a:lnTo>
                  <a:lnTo>
                    <a:pt x="0" y="2709333"/>
                  </a:lnTo>
                  <a:close/>
                </a:path>
              </a:pathLst>
            </a:custGeom>
            <a:solidFill>
              <a:srgbClr val="FFE072"/>
            </a:solidFill>
            <a:ln>
              <a:noFill/>
            </a:ln>
          </p:spPr>
        </p:sp>
        <p:sp>
          <p:nvSpPr>
            <p:cNvPr id="68" name="Google Shape;68;p7"/>
            <p:cNvSpPr txBox="1"/>
            <p:nvPr/>
          </p:nvSpPr>
          <p:spPr>
            <a:xfrm>
              <a:off x="0" y="-38100"/>
              <a:ext cx="78300" cy="2747400"/>
            </a:xfrm>
            <a:prstGeom prst="rect">
              <a:avLst/>
            </a:prstGeom>
            <a:noFill/>
            <a:ln>
              <a:noFill/>
            </a:ln>
          </p:spPr>
          <p:txBody>
            <a:bodyPr anchorCtr="0" anchor="ctr" bIns="25400" lIns="25400" spcFirstLastPara="1" rIns="25400" wrap="square" tIns="25400">
              <a:noAutofit/>
            </a:bodyPr>
            <a:lstStyle/>
            <a:p>
              <a:pPr indent="0" lvl="0" marL="0" marR="0" rtl="0" algn="ctr">
                <a:lnSpc>
                  <a:spcPct val="140000"/>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69" name="Google Shape;69;p7"/>
          <p:cNvGrpSpPr/>
          <p:nvPr/>
        </p:nvGrpSpPr>
        <p:grpSpPr>
          <a:xfrm>
            <a:off x="0" y="-72329"/>
            <a:ext cx="148645" cy="5215727"/>
            <a:chOff x="0" y="-38100"/>
            <a:chExt cx="78300" cy="2747433"/>
          </a:xfrm>
        </p:grpSpPr>
        <p:sp>
          <p:nvSpPr>
            <p:cNvPr id="70" name="Google Shape;70;p7"/>
            <p:cNvSpPr/>
            <p:nvPr/>
          </p:nvSpPr>
          <p:spPr>
            <a:xfrm>
              <a:off x="0" y="0"/>
              <a:ext cx="78196" cy="2709333"/>
            </a:xfrm>
            <a:custGeom>
              <a:rect b="b" l="l" r="r" t="t"/>
              <a:pathLst>
                <a:path extrusionOk="0" h="2709333" w="78196">
                  <a:moveTo>
                    <a:pt x="0" y="0"/>
                  </a:moveTo>
                  <a:lnTo>
                    <a:pt x="78196" y="0"/>
                  </a:lnTo>
                  <a:lnTo>
                    <a:pt x="78196" y="2709333"/>
                  </a:lnTo>
                  <a:lnTo>
                    <a:pt x="0" y="2709333"/>
                  </a:lnTo>
                  <a:close/>
                </a:path>
              </a:pathLst>
            </a:custGeom>
            <a:solidFill>
              <a:srgbClr val="FFE072"/>
            </a:solidFill>
            <a:ln>
              <a:noFill/>
            </a:ln>
          </p:spPr>
        </p:sp>
        <p:sp>
          <p:nvSpPr>
            <p:cNvPr id="71" name="Google Shape;71;p7"/>
            <p:cNvSpPr txBox="1"/>
            <p:nvPr/>
          </p:nvSpPr>
          <p:spPr>
            <a:xfrm>
              <a:off x="0" y="-38100"/>
              <a:ext cx="78300" cy="2747400"/>
            </a:xfrm>
            <a:prstGeom prst="rect">
              <a:avLst/>
            </a:prstGeom>
            <a:noFill/>
            <a:ln>
              <a:noFill/>
            </a:ln>
          </p:spPr>
          <p:txBody>
            <a:bodyPr anchorCtr="0" anchor="ctr" bIns="25400" lIns="25400" spcFirstLastPara="1" rIns="25400" wrap="square" tIns="25400">
              <a:noAutofit/>
            </a:bodyPr>
            <a:lstStyle/>
            <a:p>
              <a:pPr indent="0" lvl="0" marL="0" marR="0" rtl="0" algn="ctr">
                <a:lnSpc>
                  <a:spcPct val="140000"/>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72" name="Google Shape;72;p7"/>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73" name="Google Shape;73;p7"/>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74" name="Google Shape;74;p7"/>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75" name="Google Shape;75;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76" name="Google Shape;76;p7"/>
          <p:cNvSpPr/>
          <p:nvPr/>
        </p:nvSpPr>
        <p:spPr>
          <a:xfrm>
            <a:off x="5041246" y="-477714"/>
            <a:ext cx="2986778" cy="1710610"/>
          </a:xfrm>
          <a:custGeom>
            <a:rect b="b" l="l" r="r" t="t"/>
            <a:pathLst>
              <a:path extrusionOk="0" h="1396416" w="2438186">
                <a:moveTo>
                  <a:pt x="0" y="0"/>
                </a:moveTo>
                <a:lnTo>
                  <a:pt x="2438186" y="0"/>
                </a:lnTo>
                <a:lnTo>
                  <a:pt x="2438186" y="1396416"/>
                </a:lnTo>
                <a:lnTo>
                  <a:pt x="0" y="1396416"/>
                </a:lnTo>
                <a:lnTo>
                  <a:pt x="0" y="0"/>
                </a:lnTo>
                <a:close/>
              </a:path>
            </a:pathLst>
          </a:custGeom>
          <a:blipFill rotWithShape="1">
            <a:blip r:embed="rId2">
              <a:alphaModFix/>
            </a:blip>
            <a:stretch>
              <a:fillRect b="0" l="0" r="0" t="0"/>
            </a:stretch>
          </a:blipFill>
          <a:ln>
            <a:no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7" name="Shape 77"/>
        <p:cNvGrpSpPr/>
        <p:nvPr/>
      </p:nvGrpSpPr>
      <p:grpSpPr>
        <a:xfrm>
          <a:off x="0" y="0"/>
          <a:ext cx="0" cy="0"/>
          <a:chOff x="0" y="0"/>
          <a:chExt cx="0" cy="0"/>
        </a:xfrm>
      </p:grpSpPr>
      <p:pic>
        <p:nvPicPr>
          <p:cNvPr id="78" name="Google Shape;78;p8"/>
          <p:cNvPicPr preferRelativeResize="0"/>
          <p:nvPr/>
        </p:nvPicPr>
        <p:blipFill>
          <a:blip r:embed="rId2">
            <a:alphaModFix/>
          </a:blip>
          <a:stretch>
            <a:fillRect/>
          </a:stretch>
        </p:blipFill>
        <p:spPr>
          <a:xfrm>
            <a:off x="4018688" y="769624"/>
            <a:ext cx="4632949" cy="4373876"/>
          </a:xfrm>
          <a:prstGeom prst="rect">
            <a:avLst/>
          </a:prstGeom>
          <a:noFill/>
          <a:ln>
            <a:noFill/>
          </a:ln>
        </p:spPr>
      </p:pic>
      <p:grpSp>
        <p:nvGrpSpPr>
          <p:cNvPr id="79" name="Google Shape;79;p8"/>
          <p:cNvGrpSpPr/>
          <p:nvPr/>
        </p:nvGrpSpPr>
        <p:grpSpPr>
          <a:xfrm>
            <a:off x="8995550" y="-72329"/>
            <a:ext cx="148645" cy="5215727"/>
            <a:chOff x="0" y="-38100"/>
            <a:chExt cx="78300" cy="2747433"/>
          </a:xfrm>
        </p:grpSpPr>
        <p:sp>
          <p:nvSpPr>
            <p:cNvPr id="80" name="Google Shape;80;p8"/>
            <p:cNvSpPr/>
            <p:nvPr/>
          </p:nvSpPr>
          <p:spPr>
            <a:xfrm>
              <a:off x="0" y="0"/>
              <a:ext cx="78196" cy="2709333"/>
            </a:xfrm>
            <a:custGeom>
              <a:rect b="b" l="l" r="r" t="t"/>
              <a:pathLst>
                <a:path extrusionOk="0" h="2709333" w="78196">
                  <a:moveTo>
                    <a:pt x="0" y="0"/>
                  </a:moveTo>
                  <a:lnTo>
                    <a:pt x="78196" y="0"/>
                  </a:lnTo>
                  <a:lnTo>
                    <a:pt x="78196" y="2709333"/>
                  </a:lnTo>
                  <a:lnTo>
                    <a:pt x="0" y="2709333"/>
                  </a:lnTo>
                  <a:close/>
                </a:path>
              </a:pathLst>
            </a:custGeom>
            <a:solidFill>
              <a:srgbClr val="0F1A38"/>
            </a:solidFill>
            <a:ln>
              <a:noFill/>
            </a:ln>
          </p:spPr>
        </p:sp>
        <p:sp>
          <p:nvSpPr>
            <p:cNvPr id="81" name="Google Shape;81;p8"/>
            <p:cNvSpPr txBox="1"/>
            <p:nvPr/>
          </p:nvSpPr>
          <p:spPr>
            <a:xfrm>
              <a:off x="0" y="-38100"/>
              <a:ext cx="78300" cy="2747400"/>
            </a:xfrm>
            <a:prstGeom prst="rect">
              <a:avLst/>
            </a:prstGeom>
            <a:noFill/>
            <a:ln>
              <a:noFill/>
            </a:ln>
          </p:spPr>
          <p:txBody>
            <a:bodyPr anchorCtr="0" anchor="ctr" bIns="25400" lIns="25400" spcFirstLastPara="1" rIns="25400" wrap="square" tIns="25400">
              <a:noAutofit/>
            </a:bodyPr>
            <a:lstStyle/>
            <a:p>
              <a:pPr indent="0" lvl="0" marL="0" marR="0" rtl="0" algn="ctr">
                <a:lnSpc>
                  <a:spcPct val="140000"/>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82" name="Google Shape;82;p8"/>
          <p:cNvGrpSpPr/>
          <p:nvPr/>
        </p:nvGrpSpPr>
        <p:grpSpPr>
          <a:xfrm>
            <a:off x="0" y="-72329"/>
            <a:ext cx="148645" cy="5215727"/>
            <a:chOff x="0" y="-38100"/>
            <a:chExt cx="78300" cy="2747433"/>
          </a:xfrm>
        </p:grpSpPr>
        <p:sp>
          <p:nvSpPr>
            <p:cNvPr id="83" name="Google Shape;83;p8"/>
            <p:cNvSpPr/>
            <p:nvPr/>
          </p:nvSpPr>
          <p:spPr>
            <a:xfrm>
              <a:off x="0" y="0"/>
              <a:ext cx="78196" cy="2709333"/>
            </a:xfrm>
            <a:custGeom>
              <a:rect b="b" l="l" r="r" t="t"/>
              <a:pathLst>
                <a:path extrusionOk="0" h="2709333" w="78196">
                  <a:moveTo>
                    <a:pt x="0" y="0"/>
                  </a:moveTo>
                  <a:lnTo>
                    <a:pt x="78196" y="0"/>
                  </a:lnTo>
                  <a:lnTo>
                    <a:pt x="78196" y="2709333"/>
                  </a:lnTo>
                  <a:lnTo>
                    <a:pt x="0" y="2709333"/>
                  </a:lnTo>
                  <a:close/>
                </a:path>
              </a:pathLst>
            </a:custGeom>
            <a:solidFill>
              <a:srgbClr val="0F1A38"/>
            </a:solidFill>
            <a:ln>
              <a:noFill/>
            </a:ln>
          </p:spPr>
        </p:sp>
        <p:sp>
          <p:nvSpPr>
            <p:cNvPr id="84" name="Google Shape;84;p8"/>
            <p:cNvSpPr txBox="1"/>
            <p:nvPr/>
          </p:nvSpPr>
          <p:spPr>
            <a:xfrm>
              <a:off x="0" y="-38100"/>
              <a:ext cx="78300" cy="2747400"/>
            </a:xfrm>
            <a:prstGeom prst="rect">
              <a:avLst/>
            </a:prstGeom>
            <a:noFill/>
            <a:ln>
              <a:noFill/>
            </a:ln>
          </p:spPr>
          <p:txBody>
            <a:bodyPr anchorCtr="0" anchor="ctr" bIns="25400" lIns="25400" spcFirstLastPara="1" rIns="25400" wrap="square" tIns="25400">
              <a:noAutofit/>
            </a:bodyPr>
            <a:lstStyle/>
            <a:p>
              <a:pPr indent="0" lvl="0" marL="0" marR="0" rtl="0" algn="ctr">
                <a:lnSpc>
                  <a:spcPct val="140000"/>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85" name="Google Shape;85;p8"/>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86" name="Google Shape;86;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7" name="Shape 87"/>
        <p:cNvGrpSpPr/>
        <p:nvPr/>
      </p:nvGrpSpPr>
      <p:grpSpPr>
        <a:xfrm>
          <a:off x="0" y="0"/>
          <a:ext cx="0" cy="0"/>
          <a:chOff x="0" y="0"/>
          <a:chExt cx="0" cy="0"/>
        </a:xfrm>
      </p:grpSpPr>
      <p:sp>
        <p:nvSpPr>
          <p:cNvPr id="88" name="Google Shape;8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Palanquin Dark"/>
              <a:buNone/>
              <a:defRPr b="1" sz="2800">
                <a:solidFill>
                  <a:schemeClr val="dk1"/>
                </a:solidFill>
                <a:latin typeface="Palanquin Dark"/>
                <a:ea typeface="Palanquin Dark"/>
                <a:cs typeface="Palanquin Dark"/>
                <a:sym typeface="Palanquin Dark"/>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Palanquin Dark"/>
              <a:buChar char="●"/>
              <a:defRPr b="1" sz="1800">
                <a:solidFill>
                  <a:schemeClr val="dk2"/>
                </a:solidFill>
                <a:latin typeface="Palanquin Dark"/>
                <a:ea typeface="Palanquin Dark"/>
                <a:cs typeface="Palanquin Dark"/>
                <a:sym typeface="Palanquin Dark"/>
              </a:defRPr>
            </a:lvl1pPr>
            <a:lvl2pPr indent="-317500" lvl="1" marL="914400">
              <a:lnSpc>
                <a:spcPct val="115000"/>
              </a:lnSpc>
              <a:spcBef>
                <a:spcPts val="0"/>
              </a:spcBef>
              <a:spcAft>
                <a:spcPts val="0"/>
              </a:spcAft>
              <a:buClr>
                <a:schemeClr val="dk2"/>
              </a:buClr>
              <a:buSzPts val="1400"/>
              <a:buFont typeface="Palanquin Dark"/>
              <a:buChar char="○"/>
              <a:defRPr>
                <a:solidFill>
                  <a:schemeClr val="dk2"/>
                </a:solidFill>
                <a:latin typeface="Palanquin Dark"/>
                <a:ea typeface="Palanquin Dark"/>
                <a:cs typeface="Palanquin Dark"/>
                <a:sym typeface="Palanquin Dark"/>
              </a:defRPr>
            </a:lvl2pPr>
            <a:lvl3pPr indent="-317500" lvl="2" marL="1371600">
              <a:lnSpc>
                <a:spcPct val="115000"/>
              </a:lnSpc>
              <a:spcBef>
                <a:spcPts val="0"/>
              </a:spcBef>
              <a:spcAft>
                <a:spcPts val="0"/>
              </a:spcAft>
              <a:buClr>
                <a:schemeClr val="dk2"/>
              </a:buClr>
              <a:buSzPts val="1400"/>
              <a:buFont typeface="Palanquin Dark"/>
              <a:buChar char="■"/>
              <a:defRPr>
                <a:solidFill>
                  <a:schemeClr val="dk2"/>
                </a:solidFill>
                <a:latin typeface="Palanquin Dark"/>
                <a:ea typeface="Palanquin Dark"/>
                <a:cs typeface="Palanquin Dark"/>
                <a:sym typeface="Palanquin Dark"/>
              </a:defRPr>
            </a:lvl3pPr>
            <a:lvl4pPr indent="-317500" lvl="3" marL="1828800">
              <a:lnSpc>
                <a:spcPct val="115000"/>
              </a:lnSpc>
              <a:spcBef>
                <a:spcPts val="0"/>
              </a:spcBef>
              <a:spcAft>
                <a:spcPts val="0"/>
              </a:spcAft>
              <a:buClr>
                <a:schemeClr val="dk2"/>
              </a:buClr>
              <a:buSzPts val="1400"/>
              <a:buFont typeface="Palanquin Dark"/>
              <a:buChar char="●"/>
              <a:defRPr>
                <a:solidFill>
                  <a:schemeClr val="dk2"/>
                </a:solidFill>
                <a:latin typeface="Palanquin Dark"/>
                <a:ea typeface="Palanquin Dark"/>
                <a:cs typeface="Palanquin Dark"/>
                <a:sym typeface="Palanquin Dark"/>
              </a:defRPr>
            </a:lvl4pPr>
            <a:lvl5pPr indent="-317500" lvl="4" marL="2286000">
              <a:lnSpc>
                <a:spcPct val="115000"/>
              </a:lnSpc>
              <a:spcBef>
                <a:spcPts val="0"/>
              </a:spcBef>
              <a:spcAft>
                <a:spcPts val="0"/>
              </a:spcAft>
              <a:buClr>
                <a:schemeClr val="dk2"/>
              </a:buClr>
              <a:buSzPts val="1400"/>
              <a:buFont typeface="Palanquin Dark"/>
              <a:buChar char="○"/>
              <a:defRPr>
                <a:solidFill>
                  <a:schemeClr val="dk2"/>
                </a:solidFill>
                <a:latin typeface="Palanquin Dark"/>
                <a:ea typeface="Palanquin Dark"/>
                <a:cs typeface="Palanquin Dark"/>
                <a:sym typeface="Palanquin Dark"/>
              </a:defRPr>
            </a:lvl5pPr>
            <a:lvl6pPr indent="-317500" lvl="5" marL="2743200">
              <a:lnSpc>
                <a:spcPct val="115000"/>
              </a:lnSpc>
              <a:spcBef>
                <a:spcPts val="0"/>
              </a:spcBef>
              <a:spcAft>
                <a:spcPts val="0"/>
              </a:spcAft>
              <a:buClr>
                <a:schemeClr val="dk2"/>
              </a:buClr>
              <a:buSzPts val="1400"/>
              <a:buFont typeface="Palanquin Dark"/>
              <a:buChar char="■"/>
              <a:defRPr>
                <a:solidFill>
                  <a:schemeClr val="dk2"/>
                </a:solidFill>
                <a:latin typeface="Palanquin Dark"/>
                <a:ea typeface="Palanquin Dark"/>
                <a:cs typeface="Palanquin Dark"/>
                <a:sym typeface="Palanquin Dark"/>
              </a:defRPr>
            </a:lvl6pPr>
            <a:lvl7pPr indent="-317500" lvl="6" marL="3200400">
              <a:lnSpc>
                <a:spcPct val="115000"/>
              </a:lnSpc>
              <a:spcBef>
                <a:spcPts val="0"/>
              </a:spcBef>
              <a:spcAft>
                <a:spcPts val="0"/>
              </a:spcAft>
              <a:buClr>
                <a:schemeClr val="dk2"/>
              </a:buClr>
              <a:buSzPts val="1400"/>
              <a:buFont typeface="Palanquin Dark"/>
              <a:buChar char="●"/>
              <a:defRPr>
                <a:solidFill>
                  <a:schemeClr val="dk2"/>
                </a:solidFill>
                <a:latin typeface="Palanquin Dark"/>
                <a:ea typeface="Palanquin Dark"/>
                <a:cs typeface="Palanquin Dark"/>
                <a:sym typeface="Palanquin Dark"/>
              </a:defRPr>
            </a:lvl7pPr>
            <a:lvl8pPr indent="-317500" lvl="7" marL="3657600">
              <a:lnSpc>
                <a:spcPct val="115000"/>
              </a:lnSpc>
              <a:spcBef>
                <a:spcPts val="0"/>
              </a:spcBef>
              <a:spcAft>
                <a:spcPts val="0"/>
              </a:spcAft>
              <a:buClr>
                <a:schemeClr val="dk2"/>
              </a:buClr>
              <a:buSzPts val="1400"/>
              <a:buFont typeface="Palanquin Dark"/>
              <a:buChar char="○"/>
              <a:defRPr>
                <a:solidFill>
                  <a:schemeClr val="dk2"/>
                </a:solidFill>
                <a:latin typeface="Palanquin Dark"/>
                <a:ea typeface="Palanquin Dark"/>
                <a:cs typeface="Palanquin Dark"/>
                <a:sym typeface="Palanquin Dark"/>
              </a:defRPr>
            </a:lvl8pPr>
            <a:lvl9pPr indent="-317500" lvl="8" marL="4114800">
              <a:lnSpc>
                <a:spcPct val="115000"/>
              </a:lnSpc>
              <a:spcBef>
                <a:spcPts val="0"/>
              </a:spcBef>
              <a:spcAft>
                <a:spcPts val="0"/>
              </a:spcAft>
              <a:buClr>
                <a:schemeClr val="dk2"/>
              </a:buClr>
              <a:buSzPts val="1400"/>
              <a:buFont typeface="Palanquin Dark"/>
              <a:buChar char="■"/>
              <a:defRPr>
                <a:solidFill>
                  <a:schemeClr val="dk2"/>
                </a:solidFill>
                <a:latin typeface="Palanquin Dark"/>
                <a:ea typeface="Palanquin Dark"/>
                <a:cs typeface="Palanquin Dark"/>
                <a:sym typeface="Palanquin Dark"/>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xml"/><Relationship Id="rId3" Type="http://schemas.openxmlformats.org/officeDocument/2006/relationships/image" Target="../media/image6.png"/><Relationship Id="rId4" Type="http://schemas.openxmlformats.org/officeDocument/2006/relationships/image" Target="../media/image9.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hyperlink" Target="https://es.wikipedia.org/wiki/Dale_Carnegie"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12.png"/><Relationship Id="rId5" Type="http://schemas.openxmlformats.org/officeDocument/2006/relationships/hyperlink" Target="https://www.youtube.com/watch?v=dhQHPjmk0-k"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hyperlink" Target="https://www.youtube.com/watch?v=dhQHPjmk0-k" TargetMode="External"/><Relationship Id="rId5"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hyperlink" Target="https://www.youtube.com/watch?v=dhQHPjmk0-k" TargetMode="External"/><Relationship Id="rId5"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hyperlink" Target="https://www.youtube.com/watch?v=dhQHPjmk0-k" TargetMode="External"/><Relationship Id="rId5"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hyperlink" Target="https://www.youtube.com/watch?v=dhQHPjmk0-k" TargetMode="External"/><Relationship Id="rId5"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hyperlink" Target="https://www.youtube.com/watch?v=dhQHPjmk0-k" TargetMode="External"/><Relationship Id="rId5"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hyperlink" Target="https://www.youtube.com/watch?v=dhQHPjmk0-k" TargetMode="External"/><Relationship Id="rId5"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13.png"/><Relationship Id="rId4" Type="http://schemas.openxmlformats.org/officeDocument/2006/relationships/hyperlink" Target="https://medium.com/@banjotheo4/annotating-nonverbal-cues-the-role-of-body-language-in-data-annotation-for-ai-1679d51a2d5d"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2.xml"/><Relationship Id="rId3"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4B2ED"/>
        </a:solidFill>
      </p:bgPr>
    </p:bg>
    <p:spTree>
      <p:nvGrpSpPr>
        <p:cNvPr id="92" name="Shape 92"/>
        <p:cNvGrpSpPr/>
        <p:nvPr/>
      </p:nvGrpSpPr>
      <p:grpSpPr>
        <a:xfrm>
          <a:off x="0" y="0"/>
          <a:ext cx="0" cy="0"/>
          <a:chOff x="0" y="0"/>
          <a:chExt cx="0" cy="0"/>
        </a:xfrm>
      </p:grpSpPr>
      <p:grpSp>
        <p:nvGrpSpPr>
          <p:cNvPr id="93" name="Google Shape;93;p10"/>
          <p:cNvGrpSpPr/>
          <p:nvPr/>
        </p:nvGrpSpPr>
        <p:grpSpPr>
          <a:xfrm>
            <a:off x="0" y="3199715"/>
            <a:ext cx="9144000" cy="2786539"/>
            <a:chOff x="0" y="-38100"/>
            <a:chExt cx="4816593" cy="1467807"/>
          </a:xfrm>
        </p:grpSpPr>
        <p:sp>
          <p:nvSpPr>
            <p:cNvPr id="94" name="Google Shape;94;p10"/>
            <p:cNvSpPr/>
            <p:nvPr/>
          </p:nvSpPr>
          <p:spPr>
            <a:xfrm>
              <a:off x="0" y="0"/>
              <a:ext cx="4816592" cy="1429707"/>
            </a:xfrm>
            <a:custGeom>
              <a:rect b="b" l="l" r="r" t="t"/>
              <a:pathLst>
                <a:path extrusionOk="0" h="1429707" w="4816592">
                  <a:moveTo>
                    <a:pt x="0" y="0"/>
                  </a:moveTo>
                  <a:lnTo>
                    <a:pt x="4816592" y="0"/>
                  </a:lnTo>
                  <a:lnTo>
                    <a:pt x="4816592" y="1429707"/>
                  </a:lnTo>
                  <a:lnTo>
                    <a:pt x="0" y="1429707"/>
                  </a:lnTo>
                  <a:close/>
                </a:path>
              </a:pathLst>
            </a:custGeom>
            <a:solidFill>
              <a:srgbClr val="01045F">
                <a:alpha val="48235"/>
              </a:srgbClr>
            </a:solidFill>
            <a:ln>
              <a:noFill/>
            </a:ln>
          </p:spPr>
        </p:sp>
        <p:sp>
          <p:nvSpPr>
            <p:cNvPr id="95" name="Google Shape;95;p10"/>
            <p:cNvSpPr txBox="1"/>
            <p:nvPr/>
          </p:nvSpPr>
          <p:spPr>
            <a:xfrm>
              <a:off x="0" y="-38100"/>
              <a:ext cx="4816593" cy="1467807"/>
            </a:xfrm>
            <a:prstGeom prst="rect">
              <a:avLst/>
            </a:prstGeom>
            <a:noFill/>
            <a:ln>
              <a:noFill/>
            </a:ln>
          </p:spPr>
          <p:txBody>
            <a:bodyPr anchorCtr="0" anchor="ctr" bIns="25400" lIns="25400" spcFirstLastPara="1" rIns="25400" wrap="square" tIns="25400">
              <a:noAutofit/>
            </a:bodyPr>
            <a:lstStyle/>
            <a:p>
              <a:pPr indent="0" lvl="0" marL="0" marR="0" rtl="0" algn="ctr">
                <a:lnSpc>
                  <a:spcPct val="140000"/>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pic>
        <p:nvPicPr>
          <p:cNvPr id="96" name="Google Shape;96;p10"/>
          <p:cNvPicPr preferRelativeResize="0"/>
          <p:nvPr/>
        </p:nvPicPr>
        <p:blipFill>
          <a:blip r:embed="rId3">
            <a:alphaModFix/>
          </a:blip>
          <a:stretch>
            <a:fillRect/>
          </a:stretch>
        </p:blipFill>
        <p:spPr>
          <a:xfrm>
            <a:off x="4648202" y="737025"/>
            <a:ext cx="4070999" cy="3574313"/>
          </a:xfrm>
          <a:prstGeom prst="rect">
            <a:avLst/>
          </a:prstGeom>
          <a:noFill/>
          <a:ln>
            <a:noFill/>
          </a:ln>
        </p:spPr>
      </p:pic>
      <p:sp>
        <p:nvSpPr>
          <p:cNvPr id="97" name="Google Shape;97;p10"/>
          <p:cNvSpPr txBox="1"/>
          <p:nvPr/>
        </p:nvSpPr>
        <p:spPr>
          <a:xfrm>
            <a:off x="514350" y="1127818"/>
            <a:ext cx="4733400" cy="1945500"/>
          </a:xfrm>
          <a:prstGeom prst="rect">
            <a:avLst/>
          </a:prstGeom>
          <a:noFill/>
          <a:ln>
            <a:noFill/>
          </a:ln>
        </p:spPr>
        <p:txBody>
          <a:bodyPr anchorCtr="0" anchor="t" bIns="0" lIns="0" spcFirstLastPara="1" rIns="0" wrap="square" tIns="0">
            <a:spAutoFit/>
          </a:bodyPr>
          <a:lstStyle/>
          <a:p>
            <a:pPr indent="0" lvl="0" marL="0" marR="0" rtl="0" algn="l">
              <a:lnSpc>
                <a:spcPct val="80000"/>
              </a:lnSpc>
              <a:spcBef>
                <a:spcPts val="0"/>
              </a:spcBef>
              <a:spcAft>
                <a:spcPts val="0"/>
              </a:spcAft>
              <a:buNone/>
            </a:pPr>
            <a:r>
              <a:rPr b="1" lang="en" sz="7900">
                <a:solidFill>
                  <a:srgbClr val="FFFFFF"/>
                </a:solidFill>
                <a:latin typeface="Palanquin Dark"/>
                <a:ea typeface="Palanquin Dark"/>
                <a:cs typeface="Palanquin Dark"/>
                <a:sym typeface="Palanquin Dark"/>
              </a:rPr>
              <a:t>Cómo</a:t>
            </a:r>
            <a:endParaRPr b="1" sz="7900">
              <a:solidFill>
                <a:srgbClr val="FFFFFF"/>
              </a:solidFill>
              <a:latin typeface="Palanquin Dark"/>
              <a:ea typeface="Palanquin Dark"/>
              <a:cs typeface="Palanquin Dark"/>
              <a:sym typeface="Palanquin Dark"/>
            </a:endParaRPr>
          </a:p>
          <a:p>
            <a:pPr indent="0" lvl="0" marL="0" marR="0" rtl="0" algn="l">
              <a:lnSpc>
                <a:spcPct val="80000"/>
              </a:lnSpc>
              <a:spcBef>
                <a:spcPts val="0"/>
              </a:spcBef>
              <a:spcAft>
                <a:spcPts val="0"/>
              </a:spcAft>
              <a:buNone/>
            </a:pPr>
            <a:r>
              <a:rPr b="1" lang="en" sz="7900">
                <a:solidFill>
                  <a:srgbClr val="1E1E49"/>
                </a:solidFill>
                <a:latin typeface="Palanquin Dark"/>
                <a:ea typeface="Palanquin Dark"/>
                <a:cs typeface="Palanquin Dark"/>
                <a:sym typeface="Palanquin Dark"/>
              </a:rPr>
              <a:t>vender</a:t>
            </a:r>
            <a:endParaRPr sz="700"/>
          </a:p>
        </p:txBody>
      </p:sp>
      <p:sp>
        <p:nvSpPr>
          <p:cNvPr id="98" name="Google Shape;98;p10"/>
          <p:cNvSpPr txBox="1"/>
          <p:nvPr/>
        </p:nvSpPr>
        <p:spPr>
          <a:xfrm>
            <a:off x="215875" y="3381850"/>
            <a:ext cx="4577700" cy="1182000"/>
          </a:xfrm>
          <a:prstGeom prst="rect">
            <a:avLst/>
          </a:prstGeom>
          <a:noFill/>
          <a:ln>
            <a:noFill/>
          </a:ln>
        </p:spPr>
        <p:txBody>
          <a:bodyPr anchorCtr="0" anchor="t" bIns="0" lIns="0" spcFirstLastPara="1" rIns="0" wrap="square" tIns="0">
            <a:spAutoFit/>
          </a:bodyPr>
          <a:lstStyle/>
          <a:p>
            <a:pPr indent="0" lvl="0" marL="0" marR="0" rtl="0" algn="l">
              <a:lnSpc>
                <a:spcPct val="139993"/>
              </a:lnSpc>
              <a:spcBef>
                <a:spcPts val="0"/>
              </a:spcBef>
              <a:spcAft>
                <a:spcPts val="0"/>
              </a:spcAft>
              <a:buNone/>
            </a:pPr>
            <a:r>
              <a:rPr b="1" lang="en" sz="3200">
                <a:solidFill>
                  <a:srgbClr val="FFE072"/>
                </a:solidFill>
                <a:latin typeface="Palanquin Dark"/>
                <a:ea typeface="Palanquin Dark"/>
                <a:cs typeface="Palanquin Dark"/>
                <a:sym typeface="Palanquin Dark"/>
              </a:rPr>
              <a:t>El arte de contar historias con buen final</a:t>
            </a:r>
            <a:endParaRPr sz="700"/>
          </a:p>
        </p:txBody>
      </p:sp>
      <p:sp>
        <p:nvSpPr>
          <p:cNvPr id="99" name="Google Shape;99;p10"/>
          <p:cNvSpPr txBox="1"/>
          <p:nvPr/>
        </p:nvSpPr>
        <p:spPr>
          <a:xfrm>
            <a:off x="7897625" y="4831800"/>
            <a:ext cx="1216500" cy="215400"/>
          </a:xfrm>
          <a:prstGeom prst="rect">
            <a:avLst/>
          </a:prstGeom>
          <a:noFill/>
          <a:ln>
            <a:noFill/>
          </a:ln>
        </p:spPr>
        <p:txBody>
          <a:bodyPr anchorCtr="0" anchor="t" bIns="0" lIns="0" spcFirstLastPara="1" rIns="0" wrap="square" tIns="0">
            <a:spAutoFit/>
          </a:bodyPr>
          <a:lstStyle/>
          <a:p>
            <a:pPr indent="0" lvl="0" marL="0" marR="0" rtl="0" algn="l">
              <a:lnSpc>
                <a:spcPct val="139993"/>
              </a:lnSpc>
              <a:spcBef>
                <a:spcPts val="0"/>
              </a:spcBef>
              <a:spcAft>
                <a:spcPts val="0"/>
              </a:spcAft>
              <a:buNone/>
            </a:pPr>
            <a:r>
              <a:rPr b="1" lang="en">
                <a:solidFill>
                  <a:srgbClr val="FFE072"/>
                </a:solidFill>
                <a:latin typeface="Palanquin Dark"/>
                <a:ea typeface="Palanquin Dark"/>
                <a:cs typeface="Palanquin Dark"/>
                <a:sym typeface="Palanquin Dark"/>
              </a:rPr>
              <a:t>David Ubide</a:t>
            </a:r>
            <a:endParaRPr/>
          </a:p>
        </p:txBody>
      </p:sp>
      <p:pic>
        <p:nvPicPr>
          <p:cNvPr id="100" name="Google Shape;100;p10" title="LOGOTIPO_FP.jpg"/>
          <p:cNvPicPr preferRelativeResize="0"/>
          <p:nvPr/>
        </p:nvPicPr>
        <p:blipFill rotWithShape="1">
          <a:blip r:embed="rId4">
            <a:alphaModFix/>
          </a:blip>
          <a:srcRect b="0" l="0" r="0" t="0"/>
          <a:stretch/>
        </p:blipFill>
        <p:spPr>
          <a:xfrm>
            <a:off x="8417075" y="0"/>
            <a:ext cx="726927" cy="513602"/>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4B2ED"/>
        </a:solidFill>
      </p:bgPr>
    </p:bg>
    <p:spTree>
      <p:nvGrpSpPr>
        <p:cNvPr id="104" name="Shape 104"/>
        <p:cNvGrpSpPr/>
        <p:nvPr/>
      </p:nvGrpSpPr>
      <p:grpSpPr>
        <a:xfrm>
          <a:off x="0" y="0"/>
          <a:ext cx="0" cy="0"/>
          <a:chOff x="0" y="0"/>
          <a:chExt cx="0" cy="0"/>
        </a:xfrm>
      </p:grpSpPr>
      <p:grpSp>
        <p:nvGrpSpPr>
          <p:cNvPr id="105" name="Google Shape;105;p11"/>
          <p:cNvGrpSpPr/>
          <p:nvPr/>
        </p:nvGrpSpPr>
        <p:grpSpPr>
          <a:xfrm>
            <a:off x="88" y="2447321"/>
            <a:ext cx="9143818" cy="2644281"/>
            <a:chOff x="0" y="-38100"/>
            <a:chExt cx="4816592" cy="1392900"/>
          </a:xfrm>
        </p:grpSpPr>
        <p:sp>
          <p:nvSpPr>
            <p:cNvPr id="106" name="Google Shape;106;p11"/>
            <p:cNvSpPr/>
            <p:nvPr/>
          </p:nvSpPr>
          <p:spPr>
            <a:xfrm>
              <a:off x="0" y="0"/>
              <a:ext cx="4816592" cy="1354667"/>
            </a:xfrm>
            <a:custGeom>
              <a:rect b="b" l="l" r="r" t="t"/>
              <a:pathLst>
                <a:path extrusionOk="0" h="1354667" w="4816592">
                  <a:moveTo>
                    <a:pt x="0" y="0"/>
                  </a:moveTo>
                  <a:lnTo>
                    <a:pt x="4816592" y="0"/>
                  </a:lnTo>
                  <a:lnTo>
                    <a:pt x="4816592" y="1354667"/>
                  </a:lnTo>
                  <a:lnTo>
                    <a:pt x="0" y="1354667"/>
                  </a:lnTo>
                  <a:close/>
                </a:path>
              </a:pathLst>
            </a:custGeom>
            <a:solidFill>
              <a:srgbClr val="01045F">
                <a:alpha val="48240"/>
              </a:srgbClr>
            </a:solidFill>
            <a:ln>
              <a:noFill/>
            </a:ln>
          </p:spPr>
        </p:sp>
        <p:sp>
          <p:nvSpPr>
            <p:cNvPr id="107" name="Google Shape;107;p11"/>
            <p:cNvSpPr txBox="1"/>
            <p:nvPr/>
          </p:nvSpPr>
          <p:spPr>
            <a:xfrm>
              <a:off x="0" y="-38100"/>
              <a:ext cx="4816500" cy="1392900"/>
            </a:xfrm>
            <a:prstGeom prst="rect">
              <a:avLst/>
            </a:prstGeom>
            <a:noFill/>
            <a:ln>
              <a:noFill/>
            </a:ln>
          </p:spPr>
          <p:txBody>
            <a:bodyPr anchorCtr="0" anchor="ctr" bIns="25400" lIns="25400" spcFirstLastPara="1" rIns="25400" wrap="square" tIns="25400">
              <a:noAutofit/>
            </a:bodyPr>
            <a:lstStyle/>
            <a:p>
              <a:pPr indent="0" lvl="0" marL="0" marR="0" rtl="0" algn="ctr">
                <a:lnSpc>
                  <a:spcPct val="140000"/>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108" name="Google Shape;108;p11"/>
          <p:cNvSpPr/>
          <p:nvPr/>
        </p:nvSpPr>
        <p:spPr>
          <a:xfrm rot="188886">
            <a:off x="1046592" y="-1085418"/>
            <a:ext cx="3597715" cy="2060509"/>
          </a:xfrm>
          <a:custGeom>
            <a:rect b="b" l="l" r="r" t="t"/>
            <a:pathLst>
              <a:path extrusionOk="0" h="4114800" w="7184571">
                <a:moveTo>
                  <a:pt x="0" y="0"/>
                </a:moveTo>
                <a:lnTo>
                  <a:pt x="7184572" y="0"/>
                </a:lnTo>
                <a:lnTo>
                  <a:pt x="7184572" y="4114800"/>
                </a:lnTo>
                <a:lnTo>
                  <a:pt x="0" y="4114800"/>
                </a:lnTo>
                <a:lnTo>
                  <a:pt x="0" y="0"/>
                </a:lnTo>
                <a:close/>
              </a:path>
            </a:pathLst>
          </a:custGeom>
          <a:blipFill rotWithShape="1">
            <a:blip r:embed="rId3">
              <a:alphaModFix/>
            </a:blip>
            <a:stretch>
              <a:fillRect b="0" l="0" r="0" t="0"/>
            </a:stretch>
          </a:blipFill>
          <a:ln>
            <a:noFill/>
          </a:ln>
        </p:spPr>
      </p:sp>
      <p:sp>
        <p:nvSpPr>
          <p:cNvPr id="109" name="Google Shape;109;p11"/>
          <p:cNvSpPr txBox="1"/>
          <p:nvPr/>
        </p:nvSpPr>
        <p:spPr>
          <a:xfrm>
            <a:off x="2672250" y="848300"/>
            <a:ext cx="5793300" cy="8466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en" sz="5500">
                <a:solidFill>
                  <a:srgbClr val="FFFFFF"/>
                </a:solidFill>
                <a:latin typeface="Palanquin Dark"/>
                <a:ea typeface="Palanquin Dark"/>
                <a:cs typeface="Palanquin Dark"/>
                <a:sym typeface="Palanquin Dark"/>
              </a:rPr>
              <a:t>Sócrates</a:t>
            </a:r>
            <a:endParaRPr sz="700"/>
          </a:p>
        </p:txBody>
      </p:sp>
      <p:sp>
        <p:nvSpPr>
          <p:cNvPr id="110" name="Google Shape;110;p11"/>
          <p:cNvSpPr txBox="1"/>
          <p:nvPr/>
        </p:nvSpPr>
        <p:spPr>
          <a:xfrm>
            <a:off x="2992300" y="1600225"/>
            <a:ext cx="5793300" cy="677400"/>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None/>
            </a:pPr>
            <a:r>
              <a:rPr b="1" lang="en" sz="4400">
                <a:solidFill>
                  <a:srgbClr val="1E1E49"/>
                </a:solidFill>
                <a:latin typeface="Palanquin Dark"/>
                <a:ea typeface="Palanquin Dark"/>
                <a:cs typeface="Palanquin Dark"/>
                <a:sym typeface="Palanquin Dark"/>
              </a:rPr>
              <a:t>Y la </a:t>
            </a:r>
            <a:r>
              <a:rPr b="1" lang="en" sz="4400">
                <a:solidFill>
                  <a:srgbClr val="1E1E49"/>
                </a:solidFill>
                <a:latin typeface="Palanquin Dark"/>
                <a:ea typeface="Palanquin Dark"/>
                <a:cs typeface="Palanquin Dark"/>
                <a:sym typeface="Palanquin Dark"/>
              </a:rPr>
              <a:t>mayéutica</a:t>
            </a:r>
            <a:endParaRPr sz="700"/>
          </a:p>
        </p:txBody>
      </p:sp>
      <p:sp>
        <p:nvSpPr>
          <p:cNvPr id="111" name="Google Shape;111;p11"/>
          <p:cNvSpPr txBox="1"/>
          <p:nvPr/>
        </p:nvSpPr>
        <p:spPr>
          <a:xfrm>
            <a:off x="2955100" y="2724350"/>
            <a:ext cx="5724000" cy="22719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en" sz="900">
                <a:solidFill>
                  <a:srgbClr val="FFFFFF"/>
                </a:solidFill>
                <a:latin typeface="Palanquin Dark"/>
                <a:ea typeface="Palanquin Dark"/>
                <a:cs typeface="Palanquin Dark"/>
                <a:sym typeface="Palanquin Dark"/>
              </a:rPr>
              <a:t>La mayéutica es el método aplicado por Sócrates a través del cual el maestro hace que el alumno, por medio de preguntas, descubra conocimientos.</a:t>
            </a:r>
            <a:endParaRPr sz="900">
              <a:solidFill>
                <a:srgbClr val="FFFFFF"/>
              </a:solidFill>
              <a:latin typeface="Palanquin Dark"/>
              <a:ea typeface="Palanquin Dark"/>
              <a:cs typeface="Palanquin Dark"/>
              <a:sym typeface="Palanquin Dark"/>
            </a:endParaRPr>
          </a:p>
          <a:p>
            <a:pPr indent="0" lvl="0" marL="0" rtl="0" algn="ctr">
              <a:lnSpc>
                <a:spcPct val="140000"/>
              </a:lnSpc>
              <a:spcBef>
                <a:spcPts val="0"/>
              </a:spcBef>
              <a:spcAft>
                <a:spcPts val="0"/>
              </a:spcAft>
              <a:buNone/>
            </a:pPr>
            <a:r>
              <a:t/>
            </a:r>
            <a:endParaRPr sz="900">
              <a:solidFill>
                <a:srgbClr val="FFFFFF"/>
              </a:solidFill>
              <a:latin typeface="Palanquin Dark"/>
              <a:ea typeface="Palanquin Dark"/>
              <a:cs typeface="Palanquin Dark"/>
              <a:sym typeface="Palanquin Dark"/>
            </a:endParaRPr>
          </a:p>
          <a:p>
            <a:pPr indent="-285750" lvl="0" marL="457200" rtl="0" algn="l">
              <a:lnSpc>
                <a:spcPct val="140000"/>
              </a:lnSpc>
              <a:spcBef>
                <a:spcPts val="0"/>
              </a:spcBef>
              <a:spcAft>
                <a:spcPts val="0"/>
              </a:spcAft>
              <a:buClr>
                <a:srgbClr val="FFFFFF"/>
              </a:buClr>
              <a:buSzPts val="900"/>
              <a:buFont typeface="Palanquin Dark"/>
              <a:buAutoNum type="arabicPeriod"/>
            </a:pPr>
            <a:r>
              <a:rPr lang="en" sz="900">
                <a:solidFill>
                  <a:srgbClr val="FFFFFF"/>
                </a:solidFill>
                <a:latin typeface="Palanquin Dark"/>
                <a:ea typeface="Palanquin Dark"/>
                <a:cs typeface="Palanquin Dark"/>
                <a:sym typeface="Palanquin Dark"/>
              </a:rPr>
              <a:t>La persona que facilita explica brevemente la dinámica: la sesión formativa se estructurará a través del diálogo y todas están invitadas a participar.</a:t>
            </a:r>
            <a:endParaRPr sz="900">
              <a:solidFill>
                <a:srgbClr val="FFFFFF"/>
              </a:solidFill>
              <a:latin typeface="Palanquin Dark"/>
              <a:ea typeface="Palanquin Dark"/>
              <a:cs typeface="Palanquin Dark"/>
              <a:sym typeface="Palanquin Dark"/>
            </a:endParaRPr>
          </a:p>
          <a:p>
            <a:pPr indent="-285750" lvl="0" marL="457200" rtl="0" algn="l">
              <a:lnSpc>
                <a:spcPct val="140000"/>
              </a:lnSpc>
              <a:spcBef>
                <a:spcPts val="0"/>
              </a:spcBef>
              <a:spcAft>
                <a:spcPts val="0"/>
              </a:spcAft>
              <a:buClr>
                <a:srgbClr val="FFFFFF"/>
              </a:buClr>
              <a:buSzPts val="900"/>
              <a:buFont typeface="Palanquin Dark"/>
              <a:buAutoNum type="arabicPeriod"/>
            </a:pPr>
            <a:r>
              <a:rPr lang="en" sz="900">
                <a:solidFill>
                  <a:srgbClr val="FFFFFF"/>
                </a:solidFill>
                <a:latin typeface="Palanquin Dark"/>
                <a:ea typeface="Palanquin Dark"/>
                <a:cs typeface="Palanquin Dark"/>
                <a:sym typeface="Palanquin Dark"/>
              </a:rPr>
              <a:t>La persona que facilita da inicio a la reflexión formulando una pregunta o, alternativamente, leyendo uno o dos aforismos. Cómo por ejemplo, “¿Es justo matar?</a:t>
            </a:r>
            <a:endParaRPr sz="900">
              <a:solidFill>
                <a:srgbClr val="FFFFFF"/>
              </a:solidFill>
              <a:latin typeface="Palanquin Dark"/>
              <a:ea typeface="Palanquin Dark"/>
              <a:cs typeface="Palanquin Dark"/>
              <a:sym typeface="Palanquin Dark"/>
            </a:endParaRPr>
          </a:p>
          <a:p>
            <a:pPr indent="-285750" lvl="0" marL="457200" rtl="0" algn="l">
              <a:lnSpc>
                <a:spcPct val="140000"/>
              </a:lnSpc>
              <a:spcBef>
                <a:spcPts val="0"/>
              </a:spcBef>
              <a:spcAft>
                <a:spcPts val="0"/>
              </a:spcAft>
              <a:buClr>
                <a:srgbClr val="FFFFFF"/>
              </a:buClr>
              <a:buSzPts val="900"/>
              <a:buFont typeface="Palanquin Dark"/>
              <a:buAutoNum type="arabicPeriod"/>
            </a:pPr>
            <a:r>
              <a:rPr lang="en" sz="900">
                <a:solidFill>
                  <a:srgbClr val="FFFFFF"/>
                </a:solidFill>
                <a:latin typeface="Palanquin Dark"/>
                <a:ea typeface="Palanquin Dark"/>
                <a:cs typeface="Palanquin Dark"/>
                <a:sym typeface="Palanquin Dark"/>
              </a:rPr>
              <a:t>El objetivo es hacer claridad sobre los conceptos, descubrir (o consensuar) la verdad, pulir las ideas razonando poco a poco desde lo particular hacia lo general</a:t>
            </a:r>
            <a:endParaRPr sz="900">
              <a:solidFill>
                <a:srgbClr val="FFFFFF"/>
              </a:solidFill>
              <a:latin typeface="Palanquin Dark"/>
              <a:ea typeface="Palanquin Dark"/>
              <a:cs typeface="Palanquin Dark"/>
              <a:sym typeface="Palanquin Dark"/>
            </a:endParaRPr>
          </a:p>
          <a:p>
            <a:pPr indent="-285750" lvl="0" marL="457200" rtl="0" algn="l">
              <a:lnSpc>
                <a:spcPct val="140000"/>
              </a:lnSpc>
              <a:spcBef>
                <a:spcPts val="0"/>
              </a:spcBef>
              <a:spcAft>
                <a:spcPts val="0"/>
              </a:spcAft>
              <a:buClr>
                <a:srgbClr val="FFFFFF"/>
              </a:buClr>
              <a:buSzPts val="900"/>
              <a:buFont typeface="Palanquin Dark"/>
              <a:buAutoNum type="arabicPeriod"/>
            </a:pPr>
            <a:r>
              <a:rPr lang="en" sz="900">
                <a:solidFill>
                  <a:srgbClr val="FFFFFF"/>
                </a:solidFill>
                <a:latin typeface="Palanquin Dark"/>
                <a:ea typeface="Palanquin Dark"/>
                <a:cs typeface="Palanquin Dark"/>
                <a:sym typeface="Palanquin Dark"/>
              </a:rPr>
              <a:t>La sesión concluye después de un tiempo delimitado y se analizan posteriormente las conclusiones.</a:t>
            </a:r>
            <a:endParaRPr sz="900">
              <a:solidFill>
                <a:srgbClr val="FFFFFF"/>
              </a:solidFill>
              <a:latin typeface="Palanquin Dark"/>
              <a:ea typeface="Palanquin Dark"/>
              <a:cs typeface="Palanquin Dark"/>
              <a:sym typeface="Palanquin Dark"/>
            </a:endParaRPr>
          </a:p>
          <a:p>
            <a:pPr indent="0" lvl="0" marL="0" marR="0" rtl="0" algn="ctr">
              <a:lnSpc>
                <a:spcPct val="140000"/>
              </a:lnSpc>
              <a:spcBef>
                <a:spcPts val="0"/>
              </a:spcBef>
              <a:spcAft>
                <a:spcPts val="0"/>
              </a:spcAft>
              <a:buNone/>
            </a:pPr>
            <a:r>
              <a:t/>
            </a:r>
            <a:endParaRPr sz="900">
              <a:solidFill>
                <a:srgbClr val="FFFFFF"/>
              </a:solidFill>
              <a:latin typeface="Palanquin Dark"/>
              <a:ea typeface="Palanquin Dark"/>
              <a:cs typeface="Palanquin Dark"/>
              <a:sym typeface="Palanquin Dark"/>
            </a:endParaRPr>
          </a:p>
          <a:p>
            <a:pPr indent="0" lvl="0" marL="0" marR="0" rtl="0" algn="ctr">
              <a:lnSpc>
                <a:spcPct val="140000"/>
              </a:lnSpc>
              <a:spcBef>
                <a:spcPts val="0"/>
              </a:spcBef>
              <a:spcAft>
                <a:spcPts val="0"/>
              </a:spcAft>
              <a:buNone/>
            </a:pPr>
            <a:r>
              <a:t/>
            </a:r>
            <a:endParaRPr sz="900">
              <a:solidFill>
                <a:srgbClr val="FFFFFF"/>
              </a:solidFill>
              <a:latin typeface="Palanquin Dark"/>
              <a:ea typeface="Palanquin Dark"/>
              <a:cs typeface="Palanquin Dark"/>
              <a:sym typeface="Palanquin Dark"/>
            </a:endParaRPr>
          </a:p>
        </p:txBody>
      </p:sp>
      <p:grpSp>
        <p:nvGrpSpPr>
          <p:cNvPr id="112" name="Google Shape;112;p11"/>
          <p:cNvGrpSpPr/>
          <p:nvPr/>
        </p:nvGrpSpPr>
        <p:grpSpPr>
          <a:xfrm>
            <a:off x="8995550" y="-72329"/>
            <a:ext cx="148645" cy="5215727"/>
            <a:chOff x="0" y="-38100"/>
            <a:chExt cx="78300" cy="2747433"/>
          </a:xfrm>
        </p:grpSpPr>
        <p:sp>
          <p:nvSpPr>
            <p:cNvPr id="113" name="Google Shape;113;p11"/>
            <p:cNvSpPr/>
            <p:nvPr/>
          </p:nvSpPr>
          <p:spPr>
            <a:xfrm>
              <a:off x="0" y="0"/>
              <a:ext cx="78196" cy="2709333"/>
            </a:xfrm>
            <a:custGeom>
              <a:rect b="b" l="l" r="r" t="t"/>
              <a:pathLst>
                <a:path extrusionOk="0" h="2709333" w="78196">
                  <a:moveTo>
                    <a:pt x="0" y="0"/>
                  </a:moveTo>
                  <a:lnTo>
                    <a:pt x="78196" y="0"/>
                  </a:lnTo>
                  <a:lnTo>
                    <a:pt x="78196" y="2709333"/>
                  </a:lnTo>
                  <a:lnTo>
                    <a:pt x="0" y="2709333"/>
                  </a:lnTo>
                  <a:close/>
                </a:path>
              </a:pathLst>
            </a:custGeom>
            <a:solidFill>
              <a:srgbClr val="FFE072"/>
            </a:solidFill>
            <a:ln>
              <a:noFill/>
            </a:ln>
          </p:spPr>
        </p:sp>
        <p:sp>
          <p:nvSpPr>
            <p:cNvPr id="114" name="Google Shape;114;p11"/>
            <p:cNvSpPr txBox="1"/>
            <p:nvPr/>
          </p:nvSpPr>
          <p:spPr>
            <a:xfrm>
              <a:off x="0" y="-38100"/>
              <a:ext cx="78300" cy="2747400"/>
            </a:xfrm>
            <a:prstGeom prst="rect">
              <a:avLst/>
            </a:prstGeom>
            <a:noFill/>
            <a:ln>
              <a:noFill/>
            </a:ln>
          </p:spPr>
          <p:txBody>
            <a:bodyPr anchorCtr="0" anchor="ctr" bIns="25400" lIns="25400" spcFirstLastPara="1" rIns="25400" wrap="square" tIns="25400">
              <a:noAutofit/>
            </a:bodyPr>
            <a:lstStyle/>
            <a:p>
              <a:pPr indent="0" lvl="0" marL="0" marR="0" rtl="0" algn="ctr">
                <a:lnSpc>
                  <a:spcPct val="140000"/>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115" name="Google Shape;115;p11"/>
          <p:cNvGrpSpPr/>
          <p:nvPr/>
        </p:nvGrpSpPr>
        <p:grpSpPr>
          <a:xfrm>
            <a:off x="0" y="-72329"/>
            <a:ext cx="148645" cy="5215727"/>
            <a:chOff x="0" y="-38100"/>
            <a:chExt cx="78300" cy="2747433"/>
          </a:xfrm>
        </p:grpSpPr>
        <p:sp>
          <p:nvSpPr>
            <p:cNvPr id="116" name="Google Shape;116;p11"/>
            <p:cNvSpPr/>
            <p:nvPr/>
          </p:nvSpPr>
          <p:spPr>
            <a:xfrm>
              <a:off x="0" y="0"/>
              <a:ext cx="78196" cy="2709333"/>
            </a:xfrm>
            <a:custGeom>
              <a:rect b="b" l="l" r="r" t="t"/>
              <a:pathLst>
                <a:path extrusionOk="0" h="2709333" w="78196">
                  <a:moveTo>
                    <a:pt x="0" y="0"/>
                  </a:moveTo>
                  <a:lnTo>
                    <a:pt x="78196" y="0"/>
                  </a:lnTo>
                  <a:lnTo>
                    <a:pt x="78196" y="2709333"/>
                  </a:lnTo>
                  <a:lnTo>
                    <a:pt x="0" y="2709333"/>
                  </a:lnTo>
                  <a:close/>
                </a:path>
              </a:pathLst>
            </a:custGeom>
            <a:solidFill>
              <a:srgbClr val="FFE072"/>
            </a:solidFill>
            <a:ln>
              <a:noFill/>
            </a:ln>
          </p:spPr>
        </p:sp>
        <p:sp>
          <p:nvSpPr>
            <p:cNvPr id="117" name="Google Shape;117;p11"/>
            <p:cNvSpPr txBox="1"/>
            <p:nvPr/>
          </p:nvSpPr>
          <p:spPr>
            <a:xfrm>
              <a:off x="0" y="-38100"/>
              <a:ext cx="78300" cy="2747400"/>
            </a:xfrm>
            <a:prstGeom prst="rect">
              <a:avLst/>
            </a:prstGeom>
            <a:noFill/>
            <a:ln>
              <a:noFill/>
            </a:ln>
          </p:spPr>
          <p:txBody>
            <a:bodyPr anchorCtr="0" anchor="ctr" bIns="25400" lIns="25400" spcFirstLastPara="1" rIns="25400" wrap="square" tIns="25400">
              <a:noAutofit/>
            </a:bodyPr>
            <a:lstStyle/>
            <a:p>
              <a:pPr indent="0" lvl="0" marL="0" marR="0" rtl="0" algn="ctr">
                <a:lnSpc>
                  <a:spcPct val="140000"/>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pic>
        <p:nvPicPr>
          <p:cNvPr id="118" name="Google Shape;118;p11" title="philosopher.png"/>
          <p:cNvPicPr preferRelativeResize="0"/>
          <p:nvPr/>
        </p:nvPicPr>
        <p:blipFill>
          <a:blip r:embed="rId4">
            <a:alphaModFix/>
          </a:blip>
          <a:stretch>
            <a:fillRect/>
          </a:stretch>
        </p:blipFill>
        <p:spPr>
          <a:xfrm>
            <a:off x="553900" y="1476900"/>
            <a:ext cx="2256100" cy="2256100"/>
          </a:xfrm>
          <a:prstGeom prst="rect">
            <a:avLst/>
          </a:prstGeom>
          <a:noFill/>
          <a:ln>
            <a:noFill/>
          </a:ln>
        </p:spPr>
      </p:pic>
    </p:spTree>
  </p:cSld>
  <p:clrMapOvr>
    <a:masterClrMapping/>
  </p:clrMapOvr>
  <p:transition>
    <p:fade thruBlk="1"/>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4B2ED"/>
        </a:solidFill>
      </p:bgPr>
    </p:bg>
    <p:spTree>
      <p:nvGrpSpPr>
        <p:cNvPr id="122" name="Shape 122"/>
        <p:cNvGrpSpPr/>
        <p:nvPr/>
      </p:nvGrpSpPr>
      <p:grpSpPr>
        <a:xfrm>
          <a:off x="0" y="0"/>
          <a:ext cx="0" cy="0"/>
          <a:chOff x="0" y="0"/>
          <a:chExt cx="0" cy="0"/>
        </a:xfrm>
      </p:grpSpPr>
      <p:grpSp>
        <p:nvGrpSpPr>
          <p:cNvPr id="123" name="Google Shape;123;p12"/>
          <p:cNvGrpSpPr/>
          <p:nvPr/>
        </p:nvGrpSpPr>
        <p:grpSpPr>
          <a:xfrm>
            <a:off x="0" y="2499421"/>
            <a:ext cx="9143818" cy="2644281"/>
            <a:chOff x="0" y="-38100"/>
            <a:chExt cx="4816592" cy="1392900"/>
          </a:xfrm>
        </p:grpSpPr>
        <p:sp>
          <p:nvSpPr>
            <p:cNvPr id="124" name="Google Shape;124;p12"/>
            <p:cNvSpPr/>
            <p:nvPr/>
          </p:nvSpPr>
          <p:spPr>
            <a:xfrm>
              <a:off x="0" y="0"/>
              <a:ext cx="4816592" cy="1354667"/>
            </a:xfrm>
            <a:custGeom>
              <a:rect b="b" l="l" r="r" t="t"/>
              <a:pathLst>
                <a:path extrusionOk="0" h="1354667" w="4816592">
                  <a:moveTo>
                    <a:pt x="0" y="0"/>
                  </a:moveTo>
                  <a:lnTo>
                    <a:pt x="4816592" y="0"/>
                  </a:lnTo>
                  <a:lnTo>
                    <a:pt x="4816592" y="1354667"/>
                  </a:lnTo>
                  <a:lnTo>
                    <a:pt x="0" y="1354667"/>
                  </a:lnTo>
                  <a:close/>
                </a:path>
              </a:pathLst>
            </a:custGeom>
            <a:solidFill>
              <a:srgbClr val="01045F">
                <a:alpha val="48240"/>
              </a:srgbClr>
            </a:solidFill>
            <a:ln>
              <a:noFill/>
            </a:ln>
          </p:spPr>
        </p:sp>
        <p:sp>
          <p:nvSpPr>
            <p:cNvPr id="125" name="Google Shape;125;p12"/>
            <p:cNvSpPr txBox="1"/>
            <p:nvPr/>
          </p:nvSpPr>
          <p:spPr>
            <a:xfrm>
              <a:off x="0" y="-38100"/>
              <a:ext cx="4816500" cy="1392900"/>
            </a:xfrm>
            <a:prstGeom prst="rect">
              <a:avLst/>
            </a:prstGeom>
            <a:noFill/>
            <a:ln>
              <a:noFill/>
            </a:ln>
          </p:spPr>
          <p:txBody>
            <a:bodyPr anchorCtr="0" anchor="ctr" bIns="25400" lIns="25400" spcFirstLastPara="1" rIns="25400" wrap="square" tIns="25400">
              <a:noAutofit/>
            </a:bodyPr>
            <a:lstStyle/>
            <a:p>
              <a:pPr indent="0" lvl="0" marL="0" marR="0" rtl="0" algn="ctr">
                <a:lnSpc>
                  <a:spcPct val="140000"/>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126" name="Google Shape;126;p12"/>
          <p:cNvSpPr/>
          <p:nvPr/>
        </p:nvSpPr>
        <p:spPr>
          <a:xfrm rot="188886">
            <a:off x="1046592" y="-1085418"/>
            <a:ext cx="3597715" cy="2060509"/>
          </a:xfrm>
          <a:custGeom>
            <a:rect b="b" l="l" r="r" t="t"/>
            <a:pathLst>
              <a:path extrusionOk="0" h="4114800" w="7184571">
                <a:moveTo>
                  <a:pt x="0" y="0"/>
                </a:moveTo>
                <a:lnTo>
                  <a:pt x="7184572" y="0"/>
                </a:lnTo>
                <a:lnTo>
                  <a:pt x="7184572" y="4114800"/>
                </a:lnTo>
                <a:lnTo>
                  <a:pt x="0" y="4114800"/>
                </a:lnTo>
                <a:lnTo>
                  <a:pt x="0" y="0"/>
                </a:lnTo>
                <a:close/>
              </a:path>
            </a:pathLst>
          </a:custGeom>
          <a:blipFill rotWithShape="1">
            <a:blip r:embed="rId3">
              <a:alphaModFix/>
            </a:blip>
            <a:stretch>
              <a:fillRect b="0" l="0" r="0" t="0"/>
            </a:stretch>
          </a:blipFill>
          <a:ln>
            <a:noFill/>
          </a:ln>
        </p:spPr>
      </p:sp>
      <p:sp>
        <p:nvSpPr>
          <p:cNvPr id="127" name="Google Shape;127;p12"/>
          <p:cNvSpPr txBox="1"/>
          <p:nvPr/>
        </p:nvSpPr>
        <p:spPr>
          <a:xfrm>
            <a:off x="3626699" y="848304"/>
            <a:ext cx="4838700" cy="8466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en" sz="5500">
                <a:solidFill>
                  <a:srgbClr val="FFFFFF"/>
                </a:solidFill>
                <a:latin typeface="Palanquin Dark"/>
                <a:ea typeface="Palanquin Dark"/>
                <a:cs typeface="Palanquin Dark"/>
                <a:sym typeface="Palanquin Dark"/>
              </a:rPr>
              <a:t>Dale</a:t>
            </a:r>
            <a:endParaRPr sz="700"/>
          </a:p>
        </p:txBody>
      </p:sp>
      <p:sp>
        <p:nvSpPr>
          <p:cNvPr id="128" name="Google Shape;128;p12"/>
          <p:cNvSpPr txBox="1"/>
          <p:nvPr/>
        </p:nvSpPr>
        <p:spPr>
          <a:xfrm>
            <a:off x="4310400" y="1600225"/>
            <a:ext cx="3702300" cy="677400"/>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None/>
            </a:pPr>
            <a:r>
              <a:rPr b="1" lang="en" sz="4400">
                <a:solidFill>
                  <a:srgbClr val="1E1E49"/>
                </a:solidFill>
                <a:latin typeface="Palanquin Dark"/>
                <a:ea typeface="Palanquin Dark"/>
                <a:cs typeface="Palanquin Dark"/>
                <a:sym typeface="Palanquin Dark"/>
              </a:rPr>
              <a:t>Carnegie</a:t>
            </a:r>
            <a:endParaRPr sz="700"/>
          </a:p>
        </p:txBody>
      </p:sp>
      <p:sp>
        <p:nvSpPr>
          <p:cNvPr id="129" name="Google Shape;129;p12"/>
          <p:cNvSpPr txBox="1"/>
          <p:nvPr/>
        </p:nvSpPr>
        <p:spPr>
          <a:xfrm>
            <a:off x="3193275" y="2724350"/>
            <a:ext cx="5485800" cy="20781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en" sz="900">
                <a:solidFill>
                  <a:srgbClr val="FFFFFF"/>
                </a:solidFill>
                <a:latin typeface="Palanquin Dark"/>
                <a:ea typeface="Palanquin Dark"/>
                <a:cs typeface="Palanquin Dark"/>
                <a:sym typeface="Palanquin Dark"/>
              </a:rPr>
              <a:t>Según el libro “Cómo ganar amigos e influir sobre las personas” (1936)  Carnegie definía algunas cosas como</a:t>
            </a:r>
            <a:endParaRPr sz="900">
              <a:solidFill>
                <a:srgbClr val="FFFFFF"/>
              </a:solidFill>
              <a:latin typeface="Palanquin Dark"/>
              <a:ea typeface="Palanquin Dark"/>
              <a:cs typeface="Palanquin Dark"/>
              <a:sym typeface="Palanquin Dark"/>
            </a:endParaRPr>
          </a:p>
          <a:p>
            <a:pPr indent="0" lvl="0" marL="0" marR="0" rtl="0" algn="ctr">
              <a:lnSpc>
                <a:spcPct val="140000"/>
              </a:lnSpc>
              <a:spcBef>
                <a:spcPts val="0"/>
              </a:spcBef>
              <a:spcAft>
                <a:spcPts val="0"/>
              </a:spcAft>
              <a:buNone/>
            </a:pPr>
            <a:r>
              <a:t/>
            </a:r>
            <a:endParaRPr sz="900">
              <a:solidFill>
                <a:srgbClr val="FFFFFF"/>
              </a:solidFill>
              <a:latin typeface="Palanquin Dark"/>
              <a:ea typeface="Palanquin Dark"/>
              <a:cs typeface="Palanquin Dark"/>
              <a:sym typeface="Palanquin Dark"/>
            </a:endParaRPr>
          </a:p>
          <a:p>
            <a:pPr indent="-285750" lvl="0" marL="457200" marR="0" rtl="0" algn="l">
              <a:lnSpc>
                <a:spcPct val="140000"/>
              </a:lnSpc>
              <a:spcBef>
                <a:spcPts val="0"/>
              </a:spcBef>
              <a:spcAft>
                <a:spcPts val="0"/>
              </a:spcAft>
              <a:buClr>
                <a:srgbClr val="FFFFFF"/>
              </a:buClr>
              <a:buSzPts val="900"/>
              <a:buFont typeface="Palanquin Dark"/>
              <a:buAutoNum type="arabicPeriod"/>
            </a:pPr>
            <a:r>
              <a:rPr lang="en" sz="900">
                <a:solidFill>
                  <a:srgbClr val="FFFFFF"/>
                </a:solidFill>
                <a:latin typeface="Palanquin Dark"/>
                <a:ea typeface="Palanquin Dark"/>
                <a:cs typeface="Palanquin Dark"/>
                <a:sym typeface="Palanquin Dark"/>
              </a:rPr>
              <a:t>“La mayoría de las personas no escuchan con la intención de entender; escuchan con la intención de responder”</a:t>
            </a:r>
            <a:endParaRPr sz="900">
              <a:solidFill>
                <a:srgbClr val="FFFFFF"/>
              </a:solidFill>
              <a:latin typeface="Palanquin Dark"/>
              <a:ea typeface="Palanquin Dark"/>
              <a:cs typeface="Palanquin Dark"/>
              <a:sym typeface="Palanquin Dark"/>
            </a:endParaRPr>
          </a:p>
          <a:p>
            <a:pPr indent="-285750" lvl="0" marL="457200" marR="0" rtl="0" algn="l">
              <a:lnSpc>
                <a:spcPct val="140000"/>
              </a:lnSpc>
              <a:spcBef>
                <a:spcPts val="0"/>
              </a:spcBef>
              <a:spcAft>
                <a:spcPts val="0"/>
              </a:spcAft>
              <a:buClr>
                <a:srgbClr val="FFFFFF"/>
              </a:buClr>
              <a:buSzPts val="900"/>
              <a:buFont typeface="Palanquin Dark"/>
              <a:buAutoNum type="arabicPeriod"/>
            </a:pPr>
            <a:r>
              <a:rPr lang="en" sz="900">
                <a:solidFill>
                  <a:srgbClr val="FFFFFF"/>
                </a:solidFill>
                <a:latin typeface="Palanquin Dark"/>
                <a:ea typeface="Palanquin Dark"/>
                <a:cs typeface="Palanquin Dark"/>
                <a:sym typeface="Palanquin Dark"/>
              </a:rPr>
              <a:t>Según el liderazgo efectivo: “La mejor manera de convencer a alguien es con un consejo, no con una orden.”</a:t>
            </a:r>
            <a:endParaRPr sz="900">
              <a:solidFill>
                <a:srgbClr val="FFFFFF"/>
              </a:solidFill>
              <a:latin typeface="Palanquin Dark"/>
              <a:ea typeface="Palanquin Dark"/>
              <a:cs typeface="Palanquin Dark"/>
              <a:sym typeface="Palanquin Dark"/>
            </a:endParaRPr>
          </a:p>
          <a:p>
            <a:pPr indent="-285750" lvl="0" marL="457200" marR="0" rtl="0" algn="l">
              <a:lnSpc>
                <a:spcPct val="140000"/>
              </a:lnSpc>
              <a:spcBef>
                <a:spcPts val="0"/>
              </a:spcBef>
              <a:spcAft>
                <a:spcPts val="0"/>
              </a:spcAft>
              <a:buClr>
                <a:srgbClr val="FFFFFF"/>
              </a:buClr>
              <a:buSzPts val="900"/>
              <a:buFont typeface="Palanquin Dark"/>
              <a:buAutoNum type="arabicPeriod"/>
            </a:pPr>
            <a:r>
              <a:rPr lang="en" sz="900">
                <a:solidFill>
                  <a:srgbClr val="FFFFFF"/>
                </a:solidFill>
                <a:latin typeface="Palanquin Dark"/>
                <a:ea typeface="Palanquin Dark"/>
                <a:cs typeface="Palanquin Dark"/>
                <a:sym typeface="Palanquin Dark"/>
              </a:rPr>
              <a:t>“La expresión que llevas en la cara es mucho más importante que la ropa que llevas puesta”</a:t>
            </a:r>
            <a:endParaRPr sz="900">
              <a:solidFill>
                <a:srgbClr val="FFFFFF"/>
              </a:solidFill>
              <a:latin typeface="Palanquin Dark"/>
              <a:ea typeface="Palanquin Dark"/>
              <a:cs typeface="Palanquin Dark"/>
              <a:sym typeface="Palanquin Dark"/>
            </a:endParaRPr>
          </a:p>
          <a:p>
            <a:pPr indent="-285750" lvl="0" marL="457200" marR="0" rtl="0" algn="l">
              <a:lnSpc>
                <a:spcPct val="140000"/>
              </a:lnSpc>
              <a:spcBef>
                <a:spcPts val="0"/>
              </a:spcBef>
              <a:spcAft>
                <a:spcPts val="0"/>
              </a:spcAft>
              <a:buClr>
                <a:srgbClr val="FFFFFF"/>
              </a:buClr>
              <a:buSzPts val="900"/>
              <a:buFont typeface="Palanquin Dark"/>
              <a:buAutoNum type="arabicPeriod"/>
            </a:pPr>
            <a:r>
              <a:rPr lang="en" sz="900">
                <a:solidFill>
                  <a:srgbClr val="FFFFFF"/>
                </a:solidFill>
                <a:latin typeface="Palanquin Dark"/>
                <a:ea typeface="Palanquin Dark"/>
                <a:cs typeface="Palanquin Dark"/>
                <a:sym typeface="Palanquin Dark"/>
              </a:rPr>
              <a:t>“</a:t>
            </a:r>
            <a:r>
              <a:rPr lang="en" sz="900">
                <a:solidFill>
                  <a:srgbClr val="FFFFFF"/>
                </a:solidFill>
                <a:latin typeface="Palanquin Dark"/>
                <a:ea typeface="Palanquin Dark"/>
                <a:cs typeface="Palanquin Dark"/>
                <a:sym typeface="Palanquin Dark"/>
              </a:rPr>
              <a:t>El camino real al corazón de una persona es hablar de las cosas que más valora”</a:t>
            </a:r>
            <a:endParaRPr sz="900">
              <a:solidFill>
                <a:srgbClr val="FFFFFF"/>
              </a:solidFill>
              <a:latin typeface="Palanquin Dark"/>
              <a:ea typeface="Palanquin Dark"/>
              <a:cs typeface="Palanquin Dark"/>
              <a:sym typeface="Palanquin Dark"/>
            </a:endParaRPr>
          </a:p>
          <a:p>
            <a:pPr indent="-285750" lvl="0" marL="457200" marR="0" rtl="0" algn="l">
              <a:lnSpc>
                <a:spcPct val="140000"/>
              </a:lnSpc>
              <a:spcBef>
                <a:spcPts val="0"/>
              </a:spcBef>
              <a:spcAft>
                <a:spcPts val="0"/>
              </a:spcAft>
              <a:buClr>
                <a:srgbClr val="FFFFFF"/>
              </a:buClr>
              <a:buSzPts val="900"/>
              <a:buFont typeface="Palanquin Dark"/>
              <a:buAutoNum type="arabicPeriod"/>
            </a:pPr>
            <a:r>
              <a:rPr lang="en" sz="900">
                <a:solidFill>
                  <a:srgbClr val="FFFFFF"/>
                </a:solidFill>
                <a:latin typeface="Palanquin Dark"/>
                <a:ea typeface="Palanquin Dark"/>
                <a:cs typeface="Palanquin Dark"/>
                <a:sym typeface="Palanquin Dark"/>
              </a:rPr>
              <a:t>“Cuando tratas con gente, recuerda que no estás tratando con criaturas de lógica. Estás tratando con criaturas de emociones, criaturas llenas de prejuicios y motivadas por el orgullo y la vanidad”</a:t>
            </a:r>
            <a:endParaRPr sz="900">
              <a:solidFill>
                <a:srgbClr val="FFFFFF"/>
              </a:solidFill>
              <a:latin typeface="Palanquin Dark"/>
              <a:ea typeface="Palanquin Dark"/>
              <a:cs typeface="Palanquin Dark"/>
              <a:sym typeface="Palanquin Dark"/>
            </a:endParaRPr>
          </a:p>
        </p:txBody>
      </p:sp>
      <p:grpSp>
        <p:nvGrpSpPr>
          <p:cNvPr id="130" name="Google Shape;130;p12"/>
          <p:cNvGrpSpPr/>
          <p:nvPr/>
        </p:nvGrpSpPr>
        <p:grpSpPr>
          <a:xfrm>
            <a:off x="8995550" y="-72329"/>
            <a:ext cx="148645" cy="5215727"/>
            <a:chOff x="0" y="-38100"/>
            <a:chExt cx="78300" cy="2747433"/>
          </a:xfrm>
        </p:grpSpPr>
        <p:sp>
          <p:nvSpPr>
            <p:cNvPr id="131" name="Google Shape;131;p12"/>
            <p:cNvSpPr/>
            <p:nvPr/>
          </p:nvSpPr>
          <p:spPr>
            <a:xfrm>
              <a:off x="0" y="0"/>
              <a:ext cx="78196" cy="2709333"/>
            </a:xfrm>
            <a:custGeom>
              <a:rect b="b" l="l" r="r" t="t"/>
              <a:pathLst>
                <a:path extrusionOk="0" h="2709333" w="78196">
                  <a:moveTo>
                    <a:pt x="0" y="0"/>
                  </a:moveTo>
                  <a:lnTo>
                    <a:pt x="78196" y="0"/>
                  </a:lnTo>
                  <a:lnTo>
                    <a:pt x="78196" y="2709333"/>
                  </a:lnTo>
                  <a:lnTo>
                    <a:pt x="0" y="2709333"/>
                  </a:lnTo>
                  <a:close/>
                </a:path>
              </a:pathLst>
            </a:custGeom>
            <a:solidFill>
              <a:srgbClr val="FFE072"/>
            </a:solidFill>
            <a:ln>
              <a:noFill/>
            </a:ln>
          </p:spPr>
        </p:sp>
        <p:sp>
          <p:nvSpPr>
            <p:cNvPr id="132" name="Google Shape;132;p12"/>
            <p:cNvSpPr txBox="1"/>
            <p:nvPr/>
          </p:nvSpPr>
          <p:spPr>
            <a:xfrm>
              <a:off x="0" y="-38100"/>
              <a:ext cx="78300" cy="2747400"/>
            </a:xfrm>
            <a:prstGeom prst="rect">
              <a:avLst/>
            </a:prstGeom>
            <a:noFill/>
            <a:ln>
              <a:noFill/>
            </a:ln>
          </p:spPr>
          <p:txBody>
            <a:bodyPr anchorCtr="0" anchor="ctr" bIns="25400" lIns="25400" spcFirstLastPara="1" rIns="25400" wrap="square" tIns="25400">
              <a:noAutofit/>
            </a:bodyPr>
            <a:lstStyle/>
            <a:p>
              <a:pPr indent="0" lvl="0" marL="0" marR="0" rtl="0" algn="ctr">
                <a:lnSpc>
                  <a:spcPct val="140000"/>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133" name="Google Shape;133;p12"/>
          <p:cNvGrpSpPr/>
          <p:nvPr/>
        </p:nvGrpSpPr>
        <p:grpSpPr>
          <a:xfrm>
            <a:off x="0" y="-72329"/>
            <a:ext cx="148645" cy="5215727"/>
            <a:chOff x="0" y="-38100"/>
            <a:chExt cx="78300" cy="2747433"/>
          </a:xfrm>
        </p:grpSpPr>
        <p:sp>
          <p:nvSpPr>
            <p:cNvPr id="134" name="Google Shape;134;p12"/>
            <p:cNvSpPr/>
            <p:nvPr/>
          </p:nvSpPr>
          <p:spPr>
            <a:xfrm>
              <a:off x="0" y="0"/>
              <a:ext cx="78196" cy="2709333"/>
            </a:xfrm>
            <a:custGeom>
              <a:rect b="b" l="l" r="r" t="t"/>
              <a:pathLst>
                <a:path extrusionOk="0" h="2709333" w="78196">
                  <a:moveTo>
                    <a:pt x="0" y="0"/>
                  </a:moveTo>
                  <a:lnTo>
                    <a:pt x="78196" y="0"/>
                  </a:lnTo>
                  <a:lnTo>
                    <a:pt x="78196" y="2709333"/>
                  </a:lnTo>
                  <a:lnTo>
                    <a:pt x="0" y="2709333"/>
                  </a:lnTo>
                  <a:close/>
                </a:path>
              </a:pathLst>
            </a:custGeom>
            <a:solidFill>
              <a:srgbClr val="FFE072"/>
            </a:solidFill>
            <a:ln>
              <a:noFill/>
            </a:ln>
          </p:spPr>
        </p:sp>
        <p:sp>
          <p:nvSpPr>
            <p:cNvPr id="135" name="Google Shape;135;p12"/>
            <p:cNvSpPr txBox="1"/>
            <p:nvPr/>
          </p:nvSpPr>
          <p:spPr>
            <a:xfrm>
              <a:off x="0" y="-38100"/>
              <a:ext cx="78300" cy="2747400"/>
            </a:xfrm>
            <a:prstGeom prst="rect">
              <a:avLst/>
            </a:prstGeom>
            <a:noFill/>
            <a:ln>
              <a:noFill/>
            </a:ln>
          </p:spPr>
          <p:txBody>
            <a:bodyPr anchorCtr="0" anchor="ctr" bIns="25400" lIns="25400" spcFirstLastPara="1" rIns="25400" wrap="square" tIns="25400">
              <a:noAutofit/>
            </a:bodyPr>
            <a:lstStyle/>
            <a:p>
              <a:pPr indent="0" lvl="0" marL="0" marR="0" rtl="0" algn="ctr">
                <a:lnSpc>
                  <a:spcPct val="140000"/>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pic>
        <p:nvPicPr>
          <p:cNvPr id="136" name="Google Shape;136;p12"/>
          <p:cNvPicPr preferRelativeResize="0"/>
          <p:nvPr/>
        </p:nvPicPr>
        <p:blipFill>
          <a:blip r:embed="rId4">
            <a:alphaModFix/>
          </a:blip>
          <a:stretch>
            <a:fillRect/>
          </a:stretch>
        </p:blipFill>
        <p:spPr>
          <a:xfrm>
            <a:off x="626000" y="1405263"/>
            <a:ext cx="1847850" cy="2466975"/>
          </a:xfrm>
          <a:prstGeom prst="rect">
            <a:avLst/>
          </a:prstGeom>
          <a:noFill/>
          <a:ln>
            <a:noFill/>
          </a:ln>
        </p:spPr>
      </p:pic>
      <p:sp>
        <p:nvSpPr>
          <p:cNvPr id="137" name="Google Shape;137;p12"/>
          <p:cNvSpPr txBox="1"/>
          <p:nvPr/>
        </p:nvSpPr>
        <p:spPr>
          <a:xfrm>
            <a:off x="904275" y="3989750"/>
            <a:ext cx="13845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u="sng">
                <a:solidFill>
                  <a:schemeClr val="hlink"/>
                </a:solidFill>
                <a:hlinkClick r:id="rId5"/>
              </a:rPr>
              <a:t>Dale Carnegie</a:t>
            </a:r>
            <a:endParaRPr/>
          </a:p>
        </p:txBody>
      </p:sp>
    </p:spTree>
  </p:cSld>
  <p:clrMapOvr>
    <a:masterClrMapping/>
  </p:clrMapOvr>
  <p:transition>
    <p:fade thruBlk="1"/>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4B2ED"/>
        </a:solidFill>
      </p:bgPr>
    </p:bg>
    <p:spTree>
      <p:nvGrpSpPr>
        <p:cNvPr id="141" name="Shape 141"/>
        <p:cNvGrpSpPr/>
        <p:nvPr/>
      </p:nvGrpSpPr>
      <p:grpSpPr>
        <a:xfrm>
          <a:off x="0" y="0"/>
          <a:ext cx="0" cy="0"/>
          <a:chOff x="0" y="0"/>
          <a:chExt cx="0" cy="0"/>
        </a:xfrm>
      </p:grpSpPr>
      <p:grpSp>
        <p:nvGrpSpPr>
          <p:cNvPr id="142" name="Google Shape;142;p13"/>
          <p:cNvGrpSpPr/>
          <p:nvPr/>
        </p:nvGrpSpPr>
        <p:grpSpPr>
          <a:xfrm>
            <a:off x="0" y="2499421"/>
            <a:ext cx="9143818" cy="2644281"/>
            <a:chOff x="0" y="-38100"/>
            <a:chExt cx="4816592" cy="1392900"/>
          </a:xfrm>
        </p:grpSpPr>
        <p:sp>
          <p:nvSpPr>
            <p:cNvPr id="143" name="Google Shape;143;p13"/>
            <p:cNvSpPr/>
            <p:nvPr/>
          </p:nvSpPr>
          <p:spPr>
            <a:xfrm>
              <a:off x="0" y="0"/>
              <a:ext cx="4816592" cy="1354667"/>
            </a:xfrm>
            <a:custGeom>
              <a:rect b="b" l="l" r="r" t="t"/>
              <a:pathLst>
                <a:path extrusionOk="0" h="1354667" w="4816592">
                  <a:moveTo>
                    <a:pt x="0" y="0"/>
                  </a:moveTo>
                  <a:lnTo>
                    <a:pt x="4816592" y="0"/>
                  </a:lnTo>
                  <a:lnTo>
                    <a:pt x="4816592" y="1354667"/>
                  </a:lnTo>
                  <a:lnTo>
                    <a:pt x="0" y="1354667"/>
                  </a:lnTo>
                  <a:close/>
                </a:path>
              </a:pathLst>
            </a:custGeom>
            <a:solidFill>
              <a:srgbClr val="01045F">
                <a:alpha val="48240"/>
              </a:srgbClr>
            </a:solidFill>
            <a:ln>
              <a:noFill/>
            </a:ln>
          </p:spPr>
        </p:sp>
        <p:sp>
          <p:nvSpPr>
            <p:cNvPr id="144" name="Google Shape;144;p13"/>
            <p:cNvSpPr txBox="1"/>
            <p:nvPr/>
          </p:nvSpPr>
          <p:spPr>
            <a:xfrm>
              <a:off x="0" y="-38100"/>
              <a:ext cx="4816500" cy="1392900"/>
            </a:xfrm>
            <a:prstGeom prst="rect">
              <a:avLst/>
            </a:prstGeom>
            <a:noFill/>
            <a:ln>
              <a:noFill/>
            </a:ln>
          </p:spPr>
          <p:txBody>
            <a:bodyPr anchorCtr="0" anchor="ctr" bIns="25400" lIns="25400" spcFirstLastPara="1" rIns="25400" wrap="square" tIns="25400">
              <a:noAutofit/>
            </a:bodyPr>
            <a:lstStyle/>
            <a:p>
              <a:pPr indent="0" lvl="0" marL="0" marR="0" rtl="0" algn="ctr">
                <a:lnSpc>
                  <a:spcPct val="140000"/>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145" name="Google Shape;145;p13"/>
          <p:cNvSpPr/>
          <p:nvPr/>
        </p:nvSpPr>
        <p:spPr>
          <a:xfrm rot="188886">
            <a:off x="1046592" y="-1085418"/>
            <a:ext cx="3597715" cy="2060509"/>
          </a:xfrm>
          <a:custGeom>
            <a:rect b="b" l="l" r="r" t="t"/>
            <a:pathLst>
              <a:path extrusionOk="0" h="4114800" w="7184571">
                <a:moveTo>
                  <a:pt x="0" y="0"/>
                </a:moveTo>
                <a:lnTo>
                  <a:pt x="7184572" y="0"/>
                </a:lnTo>
                <a:lnTo>
                  <a:pt x="7184572" y="4114800"/>
                </a:lnTo>
                <a:lnTo>
                  <a:pt x="0" y="4114800"/>
                </a:lnTo>
                <a:lnTo>
                  <a:pt x="0" y="0"/>
                </a:lnTo>
                <a:close/>
              </a:path>
            </a:pathLst>
          </a:custGeom>
          <a:blipFill rotWithShape="1">
            <a:blip r:embed="rId3">
              <a:alphaModFix/>
            </a:blip>
            <a:stretch>
              <a:fillRect b="0" l="0" r="0" t="0"/>
            </a:stretch>
          </a:blipFill>
          <a:ln>
            <a:noFill/>
          </a:ln>
        </p:spPr>
      </p:sp>
      <p:sp>
        <p:nvSpPr>
          <p:cNvPr id="146" name="Google Shape;146;p13"/>
          <p:cNvSpPr txBox="1"/>
          <p:nvPr/>
        </p:nvSpPr>
        <p:spPr>
          <a:xfrm>
            <a:off x="2672250" y="848300"/>
            <a:ext cx="5793300" cy="8466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en" sz="5500">
                <a:solidFill>
                  <a:srgbClr val="FFFFFF"/>
                </a:solidFill>
                <a:latin typeface="Palanquin Dark"/>
                <a:ea typeface="Palanquin Dark"/>
                <a:cs typeface="Palanquin Dark"/>
                <a:sym typeface="Palanquin Dark"/>
              </a:rPr>
              <a:t>Fernando Millares</a:t>
            </a:r>
            <a:endParaRPr sz="700"/>
          </a:p>
        </p:txBody>
      </p:sp>
      <p:sp>
        <p:nvSpPr>
          <p:cNvPr id="147" name="Google Shape;147;p13"/>
          <p:cNvSpPr txBox="1"/>
          <p:nvPr/>
        </p:nvSpPr>
        <p:spPr>
          <a:xfrm>
            <a:off x="2992300" y="1600225"/>
            <a:ext cx="5793300" cy="677400"/>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None/>
            </a:pPr>
            <a:r>
              <a:rPr b="1" lang="en" sz="4400">
                <a:solidFill>
                  <a:srgbClr val="1E1E49"/>
                </a:solidFill>
                <a:latin typeface="Palanquin Dark"/>
                <a:ea typeface="Palanquin Dark"/>
                <a:cs typeface="Palanquin Dark"/>
                <a:sym typeface="Palanquin Dark"/>
              </a:rPr>
              <a:t>Campeón de oratoria</a:t>
            </a:r>
            <a:endParaRPr sz="700"/>
          </a:p>
        </p:txBody>
      </p:sp>
      <p:sp>
        <p:nvSpPr>
          <p:cNvPr id="148" name="Google Shape;148;p13"/>
          <p:cNvSpPr txBox="1"/>
          <p:nvPr/>
        </p:nvSpPr>
        <p:spPr>
          <a:xfrm>
            <a:off x="2612700" y="2724350"/>
            <a:ext cx="6312000" cy="2466000"/>
          </a:xfrm>
          <a:prstGeom prst="rect">
            <a:avLst/>
          </a:prstGeom>
          <a:noFill/>
          <a:ln>
            <a:noFill/>
          </a:ln>
        </p:spPr>
        <p:txBody>
          <a:bodyPr anchorCtr="0" anchor="t" bIns="0" lIns="0" spcFirstLastPara="1" rIns="0" wrap="square" tIns="0">
            <a:spAutoFit/>
          </a:bodyPr>
          <a:lstStyle/>
          <a:p>
            <a:pPr indent="-285750" lvl="0" marL="457200" rtl="0" algn="just">
              <a:lnSpc>
                <a:spcPct val="140000"/>
              </a:lnSpc>
              <a:spcBef>
                <a:spcPts val="0"/>
              </a:spcBef>
              <a:spcAft>
                <a:spcPts val="0"/>
              </a:spcAft>
              <a:buClr>
                <a:srgbClr val="FFFFFF"/>
              </a:buClr>
              <a:buSzPts val="900"/>
              <a:buFont typeface="Palanquin Dark"/>
              <a:buAutoNum type="arabicPeriod"/>
            </a:pPr>
            <a:r>
              <a:rPr b="1" lang="en" sz="900">
                <a:solidFill>
                  <a:srgbClr val="FFFFFF"/>
                </a:solidFill>
                <a:latin typeface="Palanquin Dark"/>
                <a:ea typeface="Palanquin Dark"/>
                <a:cs typeface="Palanquin Dark"/>
                <a:sym typeface="Palanquin Dark"/>
              </a:rPr>
              <a:t>Practica constantemente: </a:t>
            </a:r>
            <a:r>
              <a:rPr lang="en" sz="900">
                <a:solidFill>
                  <a:srgbClr val="FFFFFF"/>
                </a:solidFill>
                <a:latin typeface="Palanquin Dark"/>
                <a:ea typeface="Palanquin Dark"/>
                <a:cs typeface="Palanquin Dark"/>
                <a:sym typeface="Palanquin Dark"/>
              </a:rPr>
              <a:t>La oratoria es una habilidad que mejora con la repetición para ganar confianza y mejorar la improvisación.</a:t>
            </a:r>
            <a:endParaRPr sz="900">
              <a:solidFill>
                <a:srgbClr val="FFFFFF"/>
              </a:solidFill>
              <a:latin typeface="Palanquin Dark"/>
              <a:ea typeface="Palanquin Dark"/>
              <a:cs typeface="Palanquin Dark"/>
              <a:sym typeface="Palanquin Dark"/>
            </a:endParaRPr>
          </a:p>
          <a:p>
            <a:pPr indent="-285750" lvl="0" marL="457200" rtl="0" algn="just">
              <a:lnSpc>
                <a:spcPct val="140000"/>
              </a:lnSpc>
              <a:spcBef>
                <a:spcPts val="0"/>
              </a:spcBef>
              <a:spcAft>
                <a:spcPts val="0"/>
              </a:spcAft>
              <a:buClr>
                <a:srgbClr val="FFFFFF"/>
              </a:buClr>
              <a:buSzPts val="900"/>
              <a:buFont typeface="Palanquin Dark"/>
              <a:buAutoNum type="arabicPeriod"/>
            </a:pPr>
            <a:r>
              <a:rPr b="1" lang="en" sz="900">
                <a:solidFill>
                  <a:srgbClr val="FFFFFF"/>
                </a:solidFill>
                <a:latin typeface="Palanquin Dark"/>
                <a:ea typeface="Palanquin Dark"/>
                <a:cs typeface="Palanquin Dark"/>
                <a:sym typeface="Palanquin Dark"/>
              </a:rPr>
              <a:t>Simplifica el lenguaje: </a:t>
            </a:r>
            <a:r>
              <a:rPr lang="en" sz="900">
                <a:solidFill>
                  <a:srgbClr val="FFFFFF"/>
                </a:solidFill>
                <a:latin typeface="Palanquin Dark"/>
                <a:ea typeface="Palanquin Dark"/>
                <a:cs typeface="Palanquin Dark"/>
                <a:sym typeface="Palanquin Dark"/>
              </a:rPr>
              <a:t>Evita tecnicismos innecesarios. Traduce conceptos complejos a algo comprensible. Aunque en este caso, tu público será selecto.</a:t>
            </a:r>
            <a:endParaRPr sz="900">
              <a:solidFill>
                <a:srgbClr val="FFFFFF"/>
              </a:solidFill>
              <a:latin typeface="Palanquin Dark"/>
              <a:ea typeface="Palanquin Dark"/>
              <a:cs typeface="Palanquin Dark"/>
              <a:sym typeface="Palanquin Dark"/>
            </a:endParaRPr>
          </a:p>
          <a:p>
            <a:pPr indent="-285750" lvl="0" marL="457200" rtl="0" algn="just">
              <a:lnSpc>
                <a:spcPct val="140000"/>
              </a:lnSpc>
              <a:spcBef>
                <a:spcPts val="0"/>
              </a:spcBef>
              <a:spcAft>
                <a:spcPts val="0"/>
              </a:spcAft>
              <a:buClr>
                <a:srgbClr val="FFFFFF"/>
              </a:buClr>
              <a:buSzPts val="900"/>
              <a:buFont typeface="Palanquin Dark"/>
              <a:buAutoNum type="arabicPeriod"/>
            </a:pPr>
            <a:r>
              <a:rPr b="1" lang="en" sz="900">
                <a:solidFill>
                  <a:srgbClr val="FFFFFF"/>
                </a:solidFill>
                <a:latin typeface="Palanquin Dark"/>
                <a:ea typeface="Palanquin Dark"/>
                <a:cs typeface="Palanquin Dark"/>
                <a:sym typeface="Palanquin Dark"/>
              </a:rPr>
              <a:t>No leas el discurso: </a:t>
            </a:r>
            <a:r>
              <a:rPr lang="en" sz="900">
                <a:solidFill>
                  <a:srgbClr val="FFFFFF"/>
                </a:solidFill>
                <a:latin typeface="Palanquin Dark"/>
                <a:ea typeface="Palanquin Dark"/>
                <a:cs typeface="Palanquin Dark"/>
                <a:sym typeface="Palanquin Dark"/>
              </a:rPr>
              <a:t>Mantén contacto visual para conectar con la audiencia y mejorar la naturalidad.</a:t>
            </a:r>
            <a:endParaRPr sz="900">
              <a:solidFill>
                <a:srgbClr val="FFFFFF"/>
              </a:solidFill>
              <a:latin typeface="Palanquin Dark"/>
              <a:ea typeface="Palanquin Dark"/>
              <a:cs typeface="Palanquin Dark"/>
              <a:sym typeface="Palanquin Dark"/>
            </a:endParaRPr>
          </a:p>
          <a:p>
            <a:pPr indent="-285750" lvl="0" marL="457200" rtl="0" algn="just">
              <a:lnSpc>
                <a:spcPct val="140000"/>
              </a:lnSpc>
              <a:spcBef>
                <a:spcPts val="0"/>
              </a:spcBef>
              <a:spcAft>
                <a:spcPts val="0"/>
              </a:spcAft>
              <a:buClr>
                <a:srgbClr val="FFFFFF"/>
              </a:buClr>
              <a:buSzPts val="900"/>
              <a:buFont typeface="Palanquin Dark"/>
              <a:buAutoNum type="arabicPeriod"/>
            </a:pPr>
            <a:r>
              <a:rPr b="1" lang="en" sz="900">
                <a:solidFill>
                  <a:srgbClr val="FFFFFF"/>
                </a:solidFill>
                <a:latin typeface="Palanquin Dark"/>
                <a:ea typeface="Palanquin Dark"/>
                <a:cs typeface="Palanquin Dark"/>
                <a:sym typeface="Palanquin Dark"/>
              </a:rPr>
              <a:t>Sé breve y conciso: </a:t>
            </a:r>
            <a:r>
              <a:rPr lang="en" sz="900">
                <a:solidFill>
                  <a:srgbClr val="FFFFFF"/>
                </a:solidFill>
                <a:latin typeface="Palanquin Dark"/>
                <a:ea typeface="Palanquin Dark"/>
                <a:cs typeface="Palanquin Dark"/>
                <a:sym typeface="Palanquin Dark"/>
              </a:rPr>
              <a:t>Un buen comunicador es directo; evita abrumar con palabras innecesarias.</a:t>
            </a:r>
            <a:endParaRPr sz="900">
              <a:solidFill>
                <a:srgbClr val="FFFFFF"/>
              </a:solidFill>
              <a:latin typeface="Palanquin Dark"/>
              <a:ea typeface="Palanquin Dark"/>
              <a:cs typeface="Palanquin Dark"/>
              <a:sym typeface="Palanquin Dark"/>
            </a:endParaRPr>
          </a:p>
          <a:p>
            <a:pPr indent="-285750" lvl="0" marL="457200" rtl="0" algn="just">
              <a:lnSpc>
                <a:spcPct val="140000"/>
              </a:lnSpc>
              <a:spcBef>
                <a:spcPts val="0"/>
              </a:spcBef>
              <a:spcAft>
                <a:spcPts val="0"/>
              </a:spcAft>
              <a:buClr>
                <a:srgbClr val="FFFFFF"/>
              </a:buClr>
              <a:buSzPts val="900"/>
              <a:buFont typeface="Palanquin Dark"/>
              <a:buAutoNum type="arabicPeriod"/>
            </a:pPr>
            <a:r>
              <a:rPr b="1" lang="en" sz="900">
                <a:solidFill>
                  <a:srgbClr val="FFFFFF"/>
                </a:solidFill>
                <a:latin typeface="Palanquin Dark"/>
                <a:ea typeface="Palanquin Dark"/>
                <a:cs typeface="Palanquin Dark"/>
                <a:sym typeface="Palanquin Dark"/>
              </a:rPr>
              <a:t>Tono de voz natural: </a:t>
            </a:r>
            <a:r>
              <a:rPr lang="en" sz="900">
                <a:solidFill>
                  <a:srgbClr val="FFFFFF"/>
                </a:solidFill>
                <a:latin typeface="Palanquin Dark"/>
                <a:ea typeface="Palanquin Dark"/>
                <a:cs typeface="Palanquin Dark"/>
                <a:sym typeface="Palanquin Dark"/>
              </a:rPr>
              <a:t>Evita voces artificiales; usa variaciones y cambios de ritmo adecuados.</a:t>
            </a:r>
            <a:endParaRPr sz="900">
              <a:solidFill>
                <a:srgbClr val="FFFFFF"/>
              </a:solidFill>
              <a:latin typeface="Palanquin Dark"/>
              <a:ea typeface="Palanquin Dark"/>
              <a:cs typeface="Palanquin Dark"/>
              <a:sym typeface="Palanquin Dark"/>
            </a:endParaRPr>
          </a:p>
          <a:p>
            <a:pPr indent="-285750" lvl="0" marL="457200" rtl="0" algn="just">
              <a:lnSpc>
                <a:spcPct val="140000"/>
              </a:lnSpc>
              <a:spcBef>
                <a:spcPts val="0"/>
              </a:spcBef>
              <a:spcAft>
                <a:spcPts val="0"/>
              </a:spcAft>
              <a:buClr>
                <a:srgbClr val="FFFFFF"/>
              </a:buClr>
              <a:buSzPts val="900"/>
              <a:buFont typeface="Palanquin Dark"/>
              <a:buAutoNum type="arabicPeriod"/>
            </a:pPr>
            <a:r>
              <a:rPr b="1" lang="en" sz="900">
                <a:solidFill>
                  <a:srgbClr val="FFFFFF"/>
                </a:solidFill>
                <a:latin typeface="Palanquin Dark"/>
                <a:ea typeface="Palanquin Dark"/>
                <a:cs typeface="Palanquin Dark"/>
                <a:sym typeface="Palanquin Dark"/>
              </a:rPr>
              <a:t>Usa tus gestos (comunicación no verbal): </a:t>
            </a:r>
            <a:r>
              <a:rPr lang="en" sz="900">
                <a:solidFill>
                  <a:srgbClr val="FFFFFF"/>
                </a:solidFill>
                <a:latin typeface="Palanquin Dark"/>
                <a:ea typeface="Palanquin Dark"/>
                <a:cs typeface="Palanquin Dark"/>
                <a:sym typeface="Palanquin Dark"/>
              </a:rPr>
              <a:t>Mueve las manos de forma natural, preferiblemente entre el pecho y la cintura.</a:t>
            </a:r>
            <a:endParaRPr sz="900">
              <a:solidFill>
                <a:srgbClr val="FFFFFF"/>
              </a:solidFill>
              <a:latin typeface="Palanquin Dark"/>
              <a:ea typeface="Palanquin Dark"/>
              <a:cs typeface="Palanquin Dark"/>
              <a:sym typeface="Palanquin Dark"/>
            </a:endParaRPr>
          </a:p>
          <a:p>
            <a:pPr indent="-285750" lvl="0" marL="457200" rtl="0" algn="just">
              <a:lnSpc>
                <a:spcPct val="140000"/>
              </a:lnSpc>
              <a:spcBef>
                <a:spcPts val="0"/>
              </a:spcBef>
              <a:spcAft>
                <a:spcPts val="0"/>
              </a:spcAft>
              <a:buClr>
                <a:srgbClr val="FFFFFF"/>
              </a:buClr>
              <a:buSzPts val="900"/>
              <a:buFont typeface="Palanquin Dark"/>
              <a:buAutoNum type="arabicPeriod"/>
            </a:pPr>
            <a:r>
              <a:rPr b="1" lang="en" sz="900">
                <a:solidFill>
                  <a:srgbClr val="FFFFFF"/>
                </a:solidFill>
                <a:latin typeface="Palanquin Dark"/>
                <a:ea typeface="Palanquin Dark"/>
                <a:cs typeface="Palanquin Dark"/>
                <a:sym typeface="Palanquin Dark"/>
              </a:rPr>
              <a:t>Muévete en el escenario: </a:t>
            </a:r>
            <a:r>
              <a:rPr lang="en" sz="900">
                <a:solidFill>
                  <a:srgbClr val="FFFFFF"/>
                </a:solidFill>
                <a:latin typeface="Palanquin Dark"/>
                <a:ea typeface="Palanquin Dark"/>
                <a:cs typeface="Palanquin Dark"/>
                <a:sym typeface="Palanquin Dark"/>
              </a:rPr>
              <a:t>Utiliza el espacio disponible para mejorar tu presencia.</a:t>
            </a:r>
            <a:endParaRPr sz="900">
              <a:solidFill>
                <a:srgbClr val="FFFFFF"/>
              </a:solidFill>
              <a:latin typeface="Palanquin Dark"/>
              <a:ea typeface="Palanquin Dark"/>
              <a:cs typeface="Palanquin Dark"/>
              <a:sym typeface="Palanquin Dark"/>
            </a:endParaRPr>
          </a:p>
          <a:p>
            <a:pPr indent="-285750" lvl="0" marL="457200" rtl="0" algn="just">
              <a:lnSpc>
                <a:spcPct val="140000"/>
              </a:lnSpc>
              <a:spcBef>
                <a:spcPts val="0"/>
              </a:spcBef>
              <a:spcAft>
                <a:spcPts val="0"/>
              </a:spcAft>
              <a:buClr>
                <a:srgbClr val="FFFFFF"/>
              </a:buClr>
              <a:buSzPts val="900"/>
              <a:buFont typeface="Palanquin Dark"/>
              <a:buAutoNum type="arabicPeriod"/>
            </a:pPr>
            <a:r>
              <a:rPr b="1" lang="en" sz="900">
                <a:solidFill>
                  <a:srgbClr val="FFFFFF"/>
                </a:solidFill>
                <a:latin typeface="Palanquin Dark"/>
                <a:ea typeface="Palanquin Dark"/>
                <a:cs typeface="Palanquin Dark"/>
                <a:sym typeface="Palanquin Dark"/>
              </a:rPr>
              <a:t>Sé espontáneo: </a:t>
            </a:r>
            <a:r>
              <a:rPr lang="en" sz="900">
                <a:solidFill>
                  <a:srgbClr val="FFFFFF"/>
                </a:solidFill>
                <a:latin typeface="Palanquin Dark"/>
                <a:ea typeface="Palanquin Dark"/>
                <a:cs typeface="Palanquin Dark"/>
                <a:sym typeface="Palanquin Dark"/>
              </a:rPr>
              <a:t>No temas salirte del protocolo para conectar de manera más natural.</a:t>
            </a:r>
            <a:endParaRPr sz="900">
              <a:solidFill>
                <a:srgbClr val="FFFFFF"/>
              </a:solidFill>
              <a:latin typeface="Palanquin Dark"/>
              <a:ea typeface="Palanquin Dark"/>
              <a:cs typeface="Palanquin Dark"/>
              <a:sym typeface="Palanquin Dark"/>
            </a:endParaRPr>
          </a:p>
          <a:p>
            <a:pPr indent="-285750" lvl="0" marL="457200" rtl="0" algn="just">
              <a:lnSpc>
                <a:spcPct val="140000"/>
              </a:lnSpc>
              <a:spcBef>
                <a:spcPts val="0"/>
              </a:spcBef>
              <a:spcAft>
                <a:spcPts val="0"/>
              </a:spcAft>
              <a:buClr>
                <a:srgbClr val="FFFFFF"/>
              </a:buClr>
              <a:buSzPts val="900"/>
              <a:buFont typeface="Palanquin Dark"/>
              <a:buAutoNum type="arabicPeriod"/>
            </a:pPr>
            <a:r>
              <a:rPr b="1" lang="en" sz="900">
                <a:solidFill>
                  <a:srgbClr val="FFFFFF"/>
                </a:solidFill>
                <a:latin typeface="Palanquin Dark"/>
                <a:ea typeface="Palanquin Dark"/>
                <a:cs typeface="Palanquin Dark"/>
                <a:sym typeface="Palanquin Dark"/>
              </a:rPr>
              <a:t>Termina con fuerza: </a:t>
            </a:r>
            <a:r>
              <a:rPr lang="en" sz="900">
                <a:solidFill>
                  <a:srgbClr val="FFFFFF"/>
                </a:solidFill>
                <a:latin typeface="Palanquin Dark"/>
                <a:ea typeface="Palanquin Dark"/>
                <a:cs typeface="Palanquin Dark"/>
                <a:sym typeface="Palanquin Dark"/>
              </a:rPr>
              <a:t>Prepara una conclusión impactante, ya que es lo último que recordará la audiencia</a:t>
            </a:r>
            <a:endParaRPr sz="900">
              <a:solidFill>
                <a:srgbClr val="FFFFFF"/>
              </a:solidFill>
              <a:latin typeface="Palanquin Dark"/>
              <a:ea typeface="Palanquin Dark"/>
              <a:cs typeface="Palanquin Dark"/>
              <a:sym typeface="Palanquin Dark"/>
            </a:endParaRPr>
          </a:p>
          <a:p>
            <a:pPr indent="0" lvl="0" marL="0" marR="0" rtl="0" algn="just">
              <a:lnSpc>
                <a:spcPct val="140000"/>
              </a:lnSpc>
              <a:spcBef>
                <a:spcPts val="0"/>
              </a:spcBef>
              <a:spcAft>
                <a:spcPts val="0"/>
              </a:spcAft>
              <a:buNone/>
            </a:pPr>
            <a:r>
              <a:t/>
            </a:r>
            <a:endParaRPr sz="900">
              <a:solidFill>
                <a:srgbClr val="FFFFFF"/>
              </a:solidFill>
              <a:latin typeface="Palanquin Dark"/>
              <a:ea typeface="Palanquin Dark"/>
              <a:cs typeface="Palanquin Dark"/>
              <a:sym typeface="Palanquin Dark"/>
            </a:endParaRPr>
          </a:p>
        </p:txBody>
      </p:sp>
      <p:grpSp>
        <p:nvGrpSpPr>
          <p:cNvPr id="149" name="Google Shape;149;p13"/>
          <p:cNvGrpSpPr/>
          <p:nvPr/>
        </p:nvGrpSpPr>
        <p:grpSpPr>
          <a:xfrm>
            <a:off x="8995550" y="-72329"/>
            <a:ext cx="148645" cy="5215727"/>
            <a:chOff x="0" y="-38100"/>
            <a:chExt cx="78300" cy="2747433"/>
          </a:xfrm>
        </p:grpSpPr>
        <p:sp>
          <p:nvSpPr>
            <p:cNvPr id="150" name="Google Shape;150;p13"/>
            <p:cNvSpPr/>
            <p:nvPr/>
          </p:nvSpPr>
          <p:spPr>
            <a:xfrm>
              <a:off x="0" y="0"/>
              <a:ext cx="78196" cy="2709333"/>
            </a:xfrm>
            <a:custGeom>
              <a:rect b="b" l="l" r="r" t="t"/>
              <a:pathLst>
                <a:path extrusionOk="0" h="2709333" w="78196">
                  <a:moveTo>
                    <a:pt x="0" y="0"/>
                  </a:moveTo>
                  <a:lnTo>
                    <a:pt x="78196" y="0"/>
                  </a:lnTo>
                  <a:lnTo>
                    <a:pt x="78196" y="2709333"/>
                  </a:lnTo>
                  <a:lnTo>
                    <a:pt x="0" y="2709333"/>
                  </a:lnTo>
                  <a:close/>
                </a:path>
              </a:pathLst>
            </a:custGeom>
            <a:solidFill>
              <a:srgbClr val="FFE072"/>
            </a:solidFill>
            <a:ln>
              <a:noFill/>
            </a:ln>
          </p:spPr>
        </p:sp>
        <p:sp>
          <p:nvSpPr>
            <p:cNvPr id="151" name="Google Shape;151;p13"/>
            <p:cNvSpPr txBox="1"/>
            <p:nvPr/>
          </p:nvSpPr>
          <p:spPr>
            <a:xfrm>
              <a:off x="0" y="-38100"/>
              <a:ext cx="78300" cy="2747400"/>
            </a:xfrm>
            <a:prstGeom prst="rect">
              <a:avLst/>
            </a:prstGeom>
            <a:noFill/>
            <a:ln>
              <a:noFill/>
            </a:ln>
          </p:spPr>
          <p:txBody>
            <a:bodyPr anchorCtr="0" anchor="ctr" bIns="25400" lIns="25400" spcFirstLastPara="1" rIns="25400" wrap="square" tIns="25400">
              <a:noAutofit/>
            </a:bodyPr>
            <a:lstStyle/>
            <a:p>
              <a:pPr indent="0" lvl="0" marL="0" marR="0" rtl="0" algn="ctr">
                <a:lnSpc>
                  <a:spcPct val="140000"/>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152" name="Google Shape;152;p13"/>
          <p:cNvGrpSpPr/>
          <p:nvPr/>
        </p:nvGrpSpPr>
        <p:grpSpPr>
          <a:xfrm>
            <a:off x="0" y="-72329"/>
            <a:ext cx="148645" cy="5215727"/>
            <a:chOff x="0" y="-38100"/>
            <a:chExt cx="78300" cy="2747433"/>
          </a:xfrm>
        </p:grpSpPr>
        <p:sp>
          <p:nvSpPr>
            <p:cNvPr id="153" name="Google Shape;153;p13"/>
            <p:cNvSpPr/>
            <p:nvPr/>
          </p:nvSpPr>
          <p:spPr>
            <a:xfrm>
              <a:off x="0" y="0"/>
              <a:ext cx="78196" cy="2709333"/>
            </a:xfrm>
            <a:custGeom>
              <a:rect b="b" l="l" r="r" t="t"/>
              <a:pathLst>
                <a:path extrusionOk="0" h="2709333" w="78196">
                  <a:moveTo>
                    <a:pt x="0" y="0"/>
                  </a:moveTo>
                  <a:lnTo>
                    <a:pt x="78196" y="0"/>
                  </a:lnTo>
                  <a:lnTo>
                    <a:pt x="78196" y="2709333"/>
                  </a:lnTo>
                  <a:lnTo>
                    <a:pt x="0" y="2709333"/>
                  </a:lnTo>
                  <a:close/>
                </a:path>
              </a:pathLst>
            </a:custGeom>
            <a:solidFill>
              <a:srgbClr val="FFE072"/>
            </a:solidFill>
            <a:ln>
              <a:noFill/>
            </a:ln>
          </p:spPr>
        </p:sp>
        <p:sp>
          <p:nvSpPr>
            <p:cNvPr id="154" name="Google Shape;154;p13"/>
            <p:cNvSpPr txBox="1"/>
            <p:nvPr/>
          </p:nvSpPr>
          <p:spPr>
            <a:xfrm>
              <a:off x="0" y="-38100"/>
              <a:ext cx="78300" cy="2747400"/>
            </a:xfrm>
            <a:prstGeom prst="rect">
              <a:avLst/>
            </a:prstGeom>
            <a:noFill/>
            <a:ln>
              <a:noFill/>
            </a:ln>
          </p:spPr>
          <p:txBody>
            <a:bodyPr anchorCtr="0" anchor="ctr" bIns="25400" lIns="25400" spcFirstLastPara="1" rIns="25400" wrap="square" tIns="25400">
              <a:noAutofit/>
            </a:bodyPr>
            <a:lstStyle/>
            <a:p>
              <a:pPr indent="0" lvl="0" marL="0" marR="0" rtl="0" algn="ctr">
                <a:lnSpc>
                  <a:spcPct val="140000"/>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pic>
        <p:nvPicPr>
          <p:cNvPr id="155" name="Google Shape;155;p13"/>
          <p:cNvPicPr preferRelativeResize="0"/>
          <p:nvPr/>
        </p:nvPicPr>
        <p:blipFill>
          <a:blip r:embed="rId4">
            <a:alphaModFix/>
          </a:blip>
          <a:stretch>
            <a:fillRect/>
          </a:stretch>
        </p:blipFill>
        <p:spPr>
          <a:xfrm>
            <a:off x="306188" y="1636950"/>
            <a:ext cx="2366075" cy="2366075"/>
          </a:xfrm>
          <a:prstGeom prst="rect">
            <a:avLst/>
          </a:prstGeom>
          <a:noFill/>
          <a:ln>
            <a:noFill/>
          </a:ln>
        </p:spPr>
      </p:pic>
      <p:sp>
        <p:nvSpPr>
          <p:cNvPr id="156" name="Google Shape;156;p13"/>
          <p:cNvSpPr txBox="1"/>
          <p:nvPr/>
        </p:nvSpPr>
        <p:spPr>
          <a:xfrm>
            <a:off x="699700" y="4084875"/>
            <a:ext cx="1458900" cy="1692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en" sz="1100" u="sng">
                <a:solidFill>
                  <a:schemeClr val="hlink"/>
                </a:solidFill>
                <a:hlinkClick r:id="rId5"/>
              </a:rPr>
              <a:t>Link de referencia</a:t>
            </a:r>
            <a:endParaRPr sz="900">
              <a:solidFill>
                <a:srgbClr val="FFFFFF"/>
              </a:solidFill>
              <a:latin typeface="Palanquin Dark"/>
              <a:ea typeface="Palanquin Dark"/>
              <a:cs typeface="Palanquin Dark"/>
              <a:sym typeface="Palanquin Dark"/>
            </a:endParaRPr>
          </a:p>
        </p:txBody>
      </p:sp>
    </p:spTree>
  </p:cSld>
  <p:clrMapOvr>
    <a:masterClrMapping/>
  </p:clrMapOvr>
  <p:transition>
    <p:fade thruBlk="1"/>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4B2ED"/>
        </a:solidFill>
      </p:bgPr>
    </p:bg>
    <p:spTree>
      <p:nvGrpSpPr>
        <p:cNvPr id="160" name="Shape 160"/>
        <p:cNvGrpSpPr/>
        <p:nvPr/>
      </p:nvGrpSpPr>
      <p:grpSpPr>
        <a:xfrm>
          <a:off x="0" y="0"/>
          <a:ext cx="0" cy="0"/>
          <a:chOff x="0" y="0"/>
          <a:chExt cx="0" cy="0"/>
        </a:xfrm>
      </p:grpSpPr>
      <p:grpSp>
        <p:nvGrpSpPr>
          <p:cNvPr id="161" name="Google Shape;161;p14"/>
          <p:cNvGrpSpPr/>
          <p:nvPr/>
        </p:nvGrpSpPr>
        <p:grpSpPr>
          <a:xfrm>
            <a:off x="0" y="2499421"/>
            <a:ext cx="9143818" cy="2644281"/>
            <a:chOff x="0" y="-38100"/>
            <a:chExt cx="4816592" cy="1392900"/>
          </a:xfrm>
        </p:grpSpPr>
        <p:sp>
          <p:nvSpPr>
            <p:cNvPr id="162" name="Google Shape;162;p14"/>
            <p:cNvSpPr/>
            <p:nvPr/>
          </p:nvSpPr>
          <p:spPr>
            <a:xfrm>
              <a:off x="0" y="0"/>
              <a:ext cx="4816592" cy="1354667"/>
            </a:xfrm>
            <a:custGeom>
              <a:rect b="b" l="l" r="r" t="t"/>
              <a:pathLst>
                <a:path extrusionOk="0" h="1354667" w="4816592">
                  <a:moveTo>
                    <a:pt x="0" y="0"/>
                  </a:moveTo>
                  <a:lnTo>
                    <a:pt x="4816592" y="0"/>
                  </a:lnTo>
                  <a:lnTo>
                    <a:pt x="4816592" y="1354667"/>
                  </a:lnTo>
                  <a:lnTo>
                    <a:pt x="0" y="1354667"/>
                  </a:lnTo>
                  <a:close/>
                </a:path>
              </a:pathLst>
            </a:custGeom>
            <a:solidFill>
              <a:srgbClr val="01045F">
                <a:alpha val="48240"/>
              </a:srgbClr>
            </a:solidFill>
            <a:ln>
              <a:noFill/>
            </a:ln>
          </p:spPr>
        </p:sp>
        <p:sp>
          <p:nvSpPr>
            <p:cNvPr id="163" name="Google Shape;163;p14"/>
            <p:cNvSpPr txBox="1"/>
            <p:nvPr/>
          </p:nvSpPr>
          <p:spPr>
            <a:xfrm>
              <a:off x="0" y="-38100"/>
              <a:ext cx="4816500" cy="1392900"/>
            </a:xfrm>
            <a:prstGeom prst="rect">
              <a:avLst/>
            </a:prstGeom>
            <a:noFill/>
            <a:ln>
              <a:noFill/>
            </a:ln>
          </p:spPr>
          <p:txBody>
            <a:bodyPr anchorCtr="0" anchor="ctr" bIns="25400" lIns="25400" spcFirstLastPara="1" rIns="25400" wrap="square" tIns="25400">
              <a:noAutofit/>
            </a:bodyPr>
            <a:lstStyle/>
            <a:p>
              <a:pPr indent="0" lvl="0" marL="0" marR="0" rtl="0" algn="ctr">
                <a:lnSpc>
                  <a:spcPct val="140000"/>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164" name="Google Shape;164;p14"/>
          <p:cNvSpPr/>
          <p:nvPr/>
        </p:nvSpPr>
        <p:spPr>
          <a:xfrm rot="188886">
            <a:off x="1046592" y="-1085418"/>
            <a:ext cx="3597715" cy="2060509"/>
          </a:xfrm>
          <a:custGeom>
            <a:rect b="b" l="l" r="r" t="t"/>
            <a:pathLst>
              <a:path extrusionOk="0" h="4114800" w="7184571">
                <a:moveTo>
                  <a:pt x="0" y="0"/>
                </a:moveTo>
                <a:lnTo>
                  <a:pt x="7184572" y="0"/>
                </a:lnTo>
                <a:lnTo>
                  <a:pt x="7184572" y="4114800"/>
                </a:lnTo>
                <a:lnTo>
                  <a:pt x="0" y="4114800"/>
                </a:lnTo>
                <a:lnTo>
                  <a:pt x="0" y="0"/>
                </a:lnTo>
                <a:close/>
              </a:path>
            </a:pathLst>
          </a:custGeom>
          <a:blipFill rotWithShape="1">
            <a:blip r:embed="rId3">
              <a:alphaModFix/>
            </a:blip>
            <a:stretch>
              <a:fillRect b="0" l="0" r="0" t="0"/>
            </a:stretch>
          </a:blipFill>
          <a:ln>
            <a:noFill/>
          </a:ln>
        </p:spPr>
      </p:sp>
      <p:sp>
        <p:nvSpPr>
          <p:cNvPr id="165" name="Google Shape;165;p14"/>
          <p:cNvSpPr txBox="1"/>
          <p:nvPr/>
        </p:nvSpPr>
        <p:spPr>
          <a:xfrm>
            <a:off x="2249525" y="840850"/>
            <a:ext cx="6619500" cy="8466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en" sz="5500">
                <a:solidFill>
                  <a:srgbClr val="FFFFFF"/>
                </a:solidFill>
                <a:latin typeface="Palanquin Dark"/>
                <a:ea typeface="Palanquin Dark"/>
                <a:cs typeface="Palanquin Dark"/>
                <a:sym typeface="Palanquin Dark"/>
              </a:rPr>
              <a:t>Lenguaje no verbal</a:t>
            </a:r>
            <a:endParaRPr sz="700"/>
          </a:p>
        </p:txBody>
      </p:sp>
      <p:sp>
        <p:nvSpPr>
          <p:cNvPr id="166" name="Google Shape;166;p14"/>
          <p:cNvSpPr txBox="1"/>
          <p:nvPr/>
        </p:nvSpPr>
        <p:spPr>
          <a:xfrm>
            <a:off x="2203300" y="1600225"/>
            <a:ext cx="6582300" cy="677400"/>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None/>
            </a:pPr>
            <a:r>
              <a:rPr b="1" lang="en" sz="4400">
                <a:solidFill>
                  <a:srgbClr val="1E1E49"/>
                </a:solidFill>
                <a:latin typeface="Palanquin Dark"/>
                <a:ea typeface="Palanquin Dark"/>
                <a:cs typeface="Palanquin Dark"/>
                <a:sym typeface="Palanquin Dark"/>
              </a:rPr>
              <a:t>Más allá de las palabras</a:t>
            </a:r>
            <a:endParaRPr sz="700"/>
          </a:p>
        </p:txBody>
      </p:sp>
      <p:sp>
        <p:nvSpPr>
          <p:cNvPr id="167" name="Google Shape;167;p14"/>
          <p:cNvSpPr txBox="1"/>
          <p:nvPr/>
        </p:nvSpPr>
        <p:spPr>
          <a:xfrm>
            <a:off x="2612700" y="2724350"/>
            <a:ext cx="6312000" cy="2078100"/>
          </a:xfrm>
          <a:prstGeom prst="rect">
            <a:avLst/>
          </a:prstGeom>
          <a:noFill/>
          <a:ln>
            <a:noFill/>
          </a:ln>
        </p:spPr>
        <p:txBody>
          <a:bodyPr anchorCtr="0" anchor="t" bIns="0" lIns="0" spcFirstLastPara="1" rIns="0" wrap="square" tIns="0">
            <a:spAutoFit/>
          </a:bodyPr>
          <a:lstStyle/>
          <a:p>
            <a:pPr indent="0" lvl="0" marL="0" rtl="0" algn="just">
              <a:lnSpc>
                <a:spcPct val="140000"/>
              </a:lnSpc>
              <a:spcBef>
                <a:spcPts val="0"/>
              </a:spcBef>
              <a:spcAft>
                <a:spcPts val="0"/>
              </a:spcAft>
              <a:buNone/>
            </a:pPr>
            <a:r>
              <a:rPr b="1" lang="en" sz="900">
                <a:solidFill>
                  <a:srgbClr val="FFFFFF"/>
                </a:solidFill>
                <a:latin typeface="Palanquin Dark"/>
                <a:ea typeface="Palanquin Dark"/>
                <a:cs typeface="Palanquin Dark"/>
                <a:sym typeface="Palanquin Dark"/>
              </a:rPr>
              <a:t>El lenguaje verbal juega 5 papeles:</a:t>
            </a:r>
            <a:endParaRPr sz="900">
              <a:solidFill>
                <a:srgbClr val="FFFFFF"/>
              </a:solidFill>
              <a:latin typeface="Palanquin Dark"/>
              <a:ea typeface="Palanquin Dark"/>
              <a:cs typeface="Palanquin Dark"/>
              <a:sym typeface="Palanquin Dark"/>
            </a:endParaRPr>
          </a:p>
          <a:p>
            <a:pPr indent="-285750" lvl="0" marL="457200" rtl="0" algn="just">
              <a:lnSpc>
                <a:spcPct val="140000"/>
              </a:lnSpc>
              <a:spcBef>
                <a:spcPts val="0"/>
              </a:spcBef>
              <a:spcAft>
                <a:spcPts val="0"/>
              </a:spcAft>
              <a:buClr>
                <a:srgbClr val="FFFFFF"/>
              </a:buClr>
              <a:buSzPts val="900"/>
              <a:buFont typeface="Palanquin Dark"/>
              <a:buAutoNum type="arabicPeriod"/>
            </a:pPr>
            <a:r>
              <a:rPr b="1" lang="en" sz="900">
                <a:solidFill>
                  <a:srgbClr val="FFFFFF"/>
                </a:solidFill>
                <a:latin typeface="Palanquin Dark"/>
                <a:ea typeface="Palanquin Dark"/>
                <a:cs typeface="Palanquin Dark"/>
                <a:sym typeface="Palanquin Dark"/>
              </a:rPr>
              <a:t>Repetición: </a:t>
            </a:r>
            <a:r>
              <a:rPr lang="en" sz="900">
                <a:solidFill>
                  <a:srgbClr val="FFFFFF"/>
                </a:solidFill>
                <a:latin typeface="Palanquin Dark"/>
                <a:ea typeface="Palanquin Dark"/>
                <a:cs typeface="Palanquin Dark"/>
                <a:sym typeface="Palanquin Dark"/>
              </a:rPr>
              <a:t>Repite y, a menudo, refuerza el mensaje que estás transmitiendo verbalmente.</a:t>
            </a:r>
            <a:endParaRPr sz="900">
              <a:solidFill>
                <a:srgbClr val="FFFFFF"/>
              </a:solidFill>
              <a:latin typeface="Palanquin Dark"/>
              <a:ea typeface="Palanquin Dark"/>
              <a:cs typeface="Palanquin Dark"/>
              <a:sym typeface="Palanquin Dark"/>
            </a:endParaRPr>
          </a:p>
          <a:p>
            <a:pPr indent="-285750" lvl="0" marL="457200" rtl="0" algn="just">
              <a:lnSpc>
                <a:spcPct val="140000"/>
              </a:lnSpc>
              <a:spcBef>
                <a:spcPts val="0"/>
              </a:spcBef>
              <a:spcAft>
                <a:spcPts val="0"/>
              </a:spcAft>
              <a:buClr>
                <a:srgbClr val="FFFFFF"/>
              </a:buClr>
              <a:buSzPts val="900"/>
              <a:buFont typeface="Palanquin Dark"/>
              <a:buAutoNum type="arabicPeriod"/>
            </a:pPr>
            <a:r>
              <a:rPr b="1" lang="en" sz="900">
                <a:solidFill>
                  <a:srgbClr val="FFFFFF"/>
                </a:solidFill>
                <a:latin typeface="Palanquin Dark"/>
                <a:ea typeface="Palanquin Dark"/>
                <a:cs typeface="Palanquin Dark"/>
                <a:sym typeface="Palanquin Dark"/>
              </a:rPr>
              <a:t>Contradicción: </a:t>
            </a:r>
            <a:r>
              <a:rPr lang="en" sz="900">
                <a:solidFill>
                  <a:srgbClr val="FFFFFF"/>
                </a:solidFill>
                <a:latin typeface="Palanquin Dark"/>
                <a:ea typeface="Palanquin Dark"/>
                <a:cs typeface="Palanquin Dark"/>
                <a:sym typeface="Palanquin Dark"/>
              </a:rPr>
              <a:t>Puede contradecir el mensaje que intentas comunicar, indicando a tu interlocutor que quizás no estés diciendo la verdad.</a:t>
            </a:r>
            <a:endParaRPr sz="900">
              <a:solidFill>
                <a:srgbClr val="FFFFFF"/>
              </a:solidFill>
              <a:latin typeface="Palanquin Dark"/>
              <a:ea typeface="Palanquin Dark"/>
              <a:cs typeface="Palanquin Dark"/>
              <a:sym typeface="Palanquin Dark"/>
            </a:endParaRPr>
          </a:p>
          <a:p>
            <a:pPr indent="-285750" lvl="0" marL="457200" rtl="0" algn="just">
              <a:lnSpc>
                <a:spcPct val="140000"/>
              </a:lnSpc>
              <a:spcBef>
                <a:spcPts val="0"/>
              </a:spcBef>
              <a:spcAft>
                <a:spcPts val="0"/>
              </a:spcAft>
              <a:buClr>
                <a:srgbClr val="FFFFFF"/>
              </a:buClr>
              <a:buSzPts val="900"/>
              <a:buFont typeface="Palanquin Dark"/>
              <a:buAutoNum type="arabicPeriod"/>
            </a:pPr>
            <a:r>
              <a:rPr b="1" lang="en" sz="900">
                <a:solidFill>
                  <a:srgbClr val="FFFFFF"/>
                </a:solidFill>
                <a:latin typeface="Palanquin Dark"/>
                <a:ea typeface="Palanquin Dark"/>
                <a:cs typeface="Palanquin Dark"/>
                <a:sym typeface="Palanquin Dark"/>
              </a:rPr>
              <a:t>Sustitución: </a:t>
            </a:r>
            <a:r>
              <a:rPr lang="en" sz="900">
                <a:solidFill>
                  <a:srgbClr val="FFFFFF"/>
                </a:solidFill>
                <a:latin typeface="Palanquin Dark"/>
                <a:ea typeface="Palanquin Dark"/>
                <a:cs typeface="Palanquin Dark"/>
                <a:sym typeface="Palanquin Dark"/>
              </a:rPr>
              <a:t>Puede sustituir un mensaje verbal. Por ejemplo, tu expresión facial a menudo transmite un mensaje mucho más vívido de lo que las palabras pueden expresar.</a:t>
            </a:r>
            <a:endParaRPr sz="900">
              <a:solidFill>
                <a:srgbClr val="FFFFFF"/>
              </a:solidFill>
              <a:latin typeface="Palanquin Dark"/>
              <a:ea typeface="Palanquin Dark"/>
              <a:cs typeface="Palanquin Dark"/>
              <a:sym typeface="Palanquin Dark"/>
            </a:endParaRPr>
          </a:p>
          <a:p>
            <a:pPr indent="-285750" lvl="0" marL="457200" rtl="0" algn="just">
              <a:lnSpc>
                <a:spcPct val="140000"/>
              </a:lnSpc>
              <a:spcBef>
                <a:spcPts val="0"/>
              </a:spcBef>
              <a:spcAft>
                <a:spcPts val="0"/>
              </a:spcAft>
              <a:buClr>
                <a:srgbClr val="FFFFFF"/>
              </a:buClr>
              <a:buSzPts val="900"/>
              <a:buFont typeface="Palanquin Dark"/>
              <a:buAutoNum type="arabicPeriod"/>
            </a:pPr>
            <a:r>
              <a:rPr b="1" lang="en" sz="900">
                <a:solidFill>
                  <a:srgbClr val="FFFFFF"/>
                </a:solidFill>
                <a:latin typeface="Palanquin Dark"/>
                <a:ea typeface="Palanquin Dark"/>
                <a:cs typeface="Palanquin Dark"/>
                <a:sym typeface="Palanquin Dark"/>
              </a:rPr>
              <a:t>Complemento: </a:t>
            </a:r>
            <a:r>
              <a:rPr lang="en" sz="900">
                <a:solidFill>
                  <a:srgbClr val="FFFFFF"/>
                </a:solidFill>
                <a:latin typeface="Palanquin Dark"/>
                <a:ea typeface="Palanquin Dark"/>
                <a:cs typeface="Palanquin Dark"/>
                <a:sym typeface="Palanquin Dark"/>
              </a:rPr>
              <a:t>Puede añadir o complementar tu mensaje verbal. Como jefe, si le das una palmada en la espalda a un empleado además de elogiarlo, puedes aumentar el impacto de tu mensaje.</a:t>
            </a:r>
            <a:endParaRPr sz="900">
              <a:solidFill>
                <a:srgbClr val="FFFFFF"/>
              </a:solidFill>
              <a:latin typeface="Palanquin Dark"/>
              <a:ea typeface="Palanquin Dark"/>
              <a:cs typeface="Palanquin Dark"/>
              <a:sym typeface="Palanquin Dark"/>
            </a:endParaRPr>
          </a:p>
          <a:p>
            <a:pPr indent="-285750" lvl="0" marL="457200" rtl="0" algn="just">
              <a:lnSpc>
                <a:spcPct val="140000"/>
              </a:lnSpc>
              <a:spcBef>
                <a:spcPts val="0"/>
              </a:spcBef>
              <a:spcAft>
                <a:spcPts val="0"/>
              </a:spcAft>
              <a:buClr>
                <a:srgbClr val="FFFFFF"/>
              </a:buClr>
              <a:buSzPts val="900"/>
              <a:buFont typeface="Palanquin Dark"/>
              <a:buAutoNum type="arabicPeriod"/>
            </a:pPr>
            <a:r>
              <a:rPr b="1" lang="en" sz="900">
                <a:solidFill>
                  <a:srgbClr val="FFFFFF"/>
                </a:solidFill>
                <a:latin typeface="Palanquin Dark"/>
                <a:ea typeface="Palanquin Dark"/>
                <a:cs typeface="Palanquin Dark"/>
                <a:sym typeface="Palanquin Dark"/>
              </a:rPr>
              <a:t>Énfasis: </a:t>
            </a:r>
            <a:r>
              <a:rPr lang="en" sz="900">
                <a:solidFill>
                  <a:srgbClr val="FFFFFF"/>
                </a:solidFill>
                <a:latin typeface="Palanquin Dark"/>
                <a:ea typeface="Palanquin Dark"/>
                <a:cs typeface="Palanquin Dark"/>
                <a:sym typeface="Palanquin Dark"/>
              </a:rPr>
              <a:t>Puede resaltar o subrayar un mensaje verbal. Golpear la mesa, por ejemplo, puede subrayar la </a:t>
            </a:r>
            <a:r>
              <a:rPr lang="en" sz="900">
                <a:solidFill>
                  <a:srgbClr val="FFFFFF"/>
                </a:solidFill>
                <a:latin typeface="Palanquin Dark"/>
                <a:ea typeface="Palanquin Dark"/>
                <a:cs typeface="Palanquin Dark"/>
                <a:sym typeface="Palanquin Dark"/>
              </a:rPr>
              <a:t>i</a:t>
            </a:r>
            <a:r>
              <a:rPr lang="en" sz="900">
                <a:solidFill>
                  <a:srgbClr val="FFFFFF"/>
                </a:solidFill>
                <a:latin typeface="Palanquin Dark"/>
                <a:ea typeface="Palanquin Dark"/>
                <a:cs typeface="Palanquin Dark"/>
                <a:sym typeface="Palanquin Dark"/>
              </a:rPr>
              <a:t>mportancia de tu mensaje.</a:t>
            </a:r>
            <a:endParaRPr sz="900">
              <a:solidFill>
                <a:srgbClr val="FFFFFF"/>
              </a:solidFill>
              <a:latin typeface="Palanquin Dark"/>
              <a:ea typeface="Palanquin Dark"/>
              <a:cs typeface="Palanquin Dark"/>
              <a:sym typeface="Palanquin Dark"/>
            </a:endParaRPr>
          </a:p>
          <a:p>
            <a:pPr indent="0" lvl="0" marL="0" marR="0" rtl="0" algn="just">
              <a:lnSpc>
                <a:spcPct val="140000"/>
              </a:lnSpc>
              <a:spcBef>
                <a:spcPts val="0"/>
              </a:spcBef>
              <a:spcAft>
                <a:spcPts val="0"/>
              </a:spcAft>
              <a:buNone/>
            </a:pPr>
            <a:r>
              <a:t/>
            </a:r>
            <a:endParaRPr sz="900">
              <a:solidFill>
                <a:srgbClr val="FFFFFF"/>
              </a:solidFill>
              <a:latin typeface="Palanquin Dark"/>
              <a:ea typeface="Palanquin Dark"/>
              <a:cs typeface="Palanquin Dark"/>
              <a:sym typeface="Palanquin Dark"/>
            </a:endParaRPr>
          </a:p>
        </p:txBody>
      </p:sp>
      <p:grpSp>
        <p:nvGrpSpPr>
          <p:cNvPr id="168" name="Google Shape;168;p14"/>
          <p:cNvGrpSpPr/>
          <p:nvPr/>
        </p:nvGrpSpPr>
        <p:grpSpPr>
          <a:xfrm>
            <a:off x="8995550" y="-72329"/>
            <a:ext cx="148645" cy="5215727"/>
            <a:chOff x="0" y="-38100"/>
            <a:chExt cx="78300" cy="2747433"/>
          </a:xfrm>
        </p:grpSpPr>
        <p:sp>
          <p:nvSpPr>
            <p:cNvPr id="169" name="Google Shape;169;p14"/>
            <p:cNvSpPr/>
            <p:nvPr/>
          </p:nvSpPr>
          <p:spPr>
            <a:xfrm>
              <a:off x="0" y="0"/>
              <a:ext cx="78196" cy="2709333"/>
            </a:xfrm>
            <a:custGeom>
              <a:rect b="b" l="l" r="r" t="t"/>
              <a:pathLst>
                <a:path extrusionOk="0" h="2709333" w="78196">
                  <a:moveTo>
                    <a:pt x="0" y="0"/>
                  </a:moveTo>
                  <a:lnTo>
                    <a:pt x="78196" y="0"/>
                  </a:lnTo>
                  <a:lnTo>
                    <a:pt x="78196" y="2709333"/>
                  </a:lnTo>
                  <a:lnTo>
                    <a:pt x="0" y="2709333"/>
                  </a:lnTo>
                  <a:close/>
                </a:path>
              </a:pathLst>
            </a:custGeom>
            <a:solidFill>
              <a:srgbClr val="FFE072"/>
            </a:solidFill>
            <a:ln>
              <a:noFill/>
            </a:ln>
          </p:spPr>
        </p:sp>
        <p:sp>
          <p:nvSpPr>
            <p:cNvPr id="170" name="Google Shape;170;p14"/>
            <p:cNvSpPr txBox="1"/>
            <p:nvPr/>
          </p:nvSpPr>
          <p:spPr>
            <a:xfrm>
              <a:off x="0" y="-38100"/>
              <a:ext cx="78300" cy="2747400"/>
            </a:xfrm>
            <a:prstGeom prst="rect">
              <a:avLst/>
            </a:prstGeom>
            <a:noFill/>
            <a:ln>
              <a:noFill/>
            </a:ln>
          </p:spPr>
          <p:txBody>
            <a:bodyPr anchorCtr="0" anchor="ctr" bIns="25400" lIns="25400" spcFirstLastPara="1" rIns="25400" wrap="square" tIns="25400">
              <a:noAutofit/>
            </a:bodyPr>
            <a:lstStyle/>
            <a:p>
              <a:pPr indent="0" lvl="0" marL="0" marR="0" rtl="0" algn="ctr">
                <a:lnSpc>
                  <a:spcPct val="140000"/>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171" name="Google Shape;171;p14"/>
          <p:cNvGrpSpPr/>
          <p:nvPr/>
        </p:nvGrpSpPr>
        <p:grpSpPr>
          <a:xfrm>
            <a:off x="0" y="-72329"/>
            <a:ext cx="148645" cy="5215727"/>
            <a:chOff x="0" y="-38100"/>
            <a:chExt cx="78300" cy="2747433"/>
          </a:xfrm>
        </p:grpSpPr>
        <p:sp>
          <p:nvSpPr>
            <p:cNvPr id="172" name="Google Shape;172;p14"/>
            <p:cNvSpPr/>
            <p:nvPr/>
          </p:nvSpPr>
          <p:spPr>
            <a:xfrm>
              <a:off x="0" y="0"/>
              <a:ext cx="78196" cy="2709333"/>
            </a:xfrm>
            <a:custGeom>
              <a:rect b="b" l="l" r="r" t="t"/>
              <a:pathLst>
                <a:path extrusionOk="0" h="2709333" w="78196">
                  <a:moveTo>
                    <a:pt x="0" y="0"/>
                  </a:moveTo>
                  <a:lnTo>
                    <a:pt x="78196" y="0"/>
                  </a:lnTo>
                  <a:lnTo>
                    <a:pt x="78196" y="2709333"/>
                  </a:lnTo>
                  <a:lnTo>
                    <a:pt x="0" y="2709333"/>
                  </a:lnTo>
                  <a:close/>
                </a:path>
              </a:pathLst>
            </a:custGeom>
            <a:solidFill>
              <a:srgbClr val="FFE072"/>
            </a:solidFill>
            <a:ln>
              <a:noFill/>
            </a:ln>
          </p:spPr>
        </p:sp>
        <p:sp>
          <p:nvSpPr>
            <p:cNvPr id="173" name="Google Shape;173;p14"/>
            <p:cNvSpPr txBox="1"/>
            <p:nvPr/>
          </p:nvSpPr>
          <p:spPr>
            <a:xfrm>
              <a:off x="0" y="-38100"/>
              <a:ext cx="78300" cy="2747400"/>
            </a:xfrm>
            <a:prstGeom prst="rect">
              <a:avLst/>
            </a:prstGeom>
            <a:noFill/>
            <a:ln>
              <a:noFill/>
            </a:ln>
          </p:spPr>
          <p:txBody>
            <a:bodyPr anchorCtr="0" anchor="ctr" bIns="25400" lIns="25400" spcFirstLastPara="1" rIns="25400" wrap="square" tIns="25400">
              <a:noAutofit/>
            </a:bodyPr>
            <a:lstStyle/>
            <a:p>
              <a:pPr indent="0" lvl="0" marL="0" marR="0" rtl="0" algn="ctr">
                <a:lnSpc>
                  <a:spcPct val="140000"/>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174" name="Google Shape;174;p14"/>
          <p:cNvSpPr txBox="1"/>
          <p:nvPr/>
        </p:nvSpPr>
        <p:spPr>
          <a:xfrm>
            <a:off x="651225" y="3630800"/>
            <a:ext cx="1458900" cy="1692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en" sz="1100" u="sng">
                <a:solidFill>
                  <a:schemeClr val="hlink"/>
                </a:solidFill>
                <a:hlinkClick r:id="rId4"/>
              </a:rPr>
              <a:t>Link de referencia</a:t>
            </a:r>
            <a:endParaRPr sz="900">
              <a:solidFill>
                <a:srgbClr val="FFFFFF"/>
              </a:solidFill>
              <a:latin typeface="Palanquin Dark"/>
              <a:ea typeface="Palanquin Dark"/>
              <a:cs typeface="Palanquin Dark"/>
              <a:sym typeface="Palanquin Dark"/>
            </a:endParaRPr>
          </a:p>
        </p:txBody>
      </p:sp>
      <p:pic>
        <p:nvPicPr>
          <p:cNvPr id="175" name="Google Shape;175;p14"/>
          <p:cNvPicPr preferRelativeResize="0"/>
          <p:nvPr/>
        </p:nvPicPr>
        <p:blipFill>
          <a:blip r:embed="rId5">
            <a:alphaModFix/>
          </a:blip>
          <a:stretch>
            <a:fillRect/>
          </a:stretch>
        </p:blipFill>
        <p:spPr>
          <a:xfrm>
            <a:off x="386650" y="1584575"/>
            <a:ext cx="1988050" cy="1988050"/>
          </a:xfrm>
          <a:prstGeom prst="rect">
            <a:avLst/>
          </a:prstGeom>
          <a:noFill/>
          <a:ln>
            <a:noFill/>
          </a:ln>
        </p:spPr>
      </p:pic>
    </p:spTree>
  </p:cSld>
  <p:clrMapOvr>
    <a:masterClrMapping/>
  </p:clrMapOvr>
  <p:transition>
    <p:fade thruBlk="1"/>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4B2ED"/>
        </a:solidFill>
      </p:bgPr>
    </p:bg>
    <p:spTree>
      <p:nvGrpSpPr>
        <p:cNvPr id="179" name="Shape 179"/>
        <p:cNvGrpSpPr/>
        <p:nvPr/>
      </p:nvGrpSpPr>
      <p:grpSpPr>
        <a:xfrm>
          <a:off x="0" y="0"/>
          <a:ext cx="0" cy="0"/>
          <a:chOff x="0" y="0"/>
          <a:chExt cx="0" cy="0"/>
        </a:xfrm>
      </p:grpSpPr>
      <p:grpSp>
        <p:nvGrpSpPr>
          <p:cNvPr id="180" name="Google Shape;180;p15"/>
          <p:cNvGrpSpPr/>
          <p:nvPr/>
        </p:nvGrpSpPr>
        <p:grpSpPr>
          <a:xfrm>
            <a:off x="0" y="2499421"/>
            <a:ext cx="9143818" cy="2644281"/>
            <a:chOff x="0" y="-38100"/>
            <a:chExt cx="4816592" cy="1392900"/>
          </a:xfrm>
        </p:grpSpPr>
        <p:sp>
          <p:nvSpPr>
            <p:cNvPr id="181" name="Google Shape;181;p15"/>
            <p:cNvSpPr/>
            <p:nvPr/>
          </p:nvSpPr>
          <p:spPr>
            <a:xfrm>
              <a:off x="0" y="0"/>
              <a:ext cx="4816592" cy="1354667"/>
            </a:xfrm>
            <a:custGeom>
              <a:rect b="b" l="l" r="r" t="t"/>
              <a:pathLst>
                <a:path extrusionOk="0" h="1354667" w="4816592">
                  <a:moveTo>
                    <a:pt x="0" y="0"/>
                  </a:moveTo>
                  <a:lnTo>
                    <a:pt x="4816592" y="0"/>
                  </a:lnTo>
                  <a:lnTo>
                    <a:pt x="4816592" y="1354667"/>
                  </a:lnTo>
                  <a:lnTo>
                    <a:pt x="0" y="1354667"/>
                  </a:lnTo>
                  <a:close/>
                </a:path>
              </a:pathLst>
            </a:custGeom>
            <a:solidFill>
              <a:srgbClr val="01045F">
                <a:alpha val="48240"/>
              </a:srgbClr>
            </a:solidFill>
            <a:ln>
              <a:noFill/>
            </a:ln>
          </p:spPr>
        </p:sp>
        <p:sp>
          <p:nvSpPr>
            <p:cNvPr id="182" name="Google Shape;182;p15"/>
            <p:cNvSpPr txBox="1"/>
            <p:nvPr/>
          </p:nvSpPr>
          <p:spPr>
            <a:xfrm>
              <a:off x="0" y="-38100"/>
              <a:ext cx="4816500" cy="1392900"/>
            </a:xfrm>
            <a:prstGeom prst="rect">
              <a:avLst/>
            </a:prstGeom>
            <a:noFill/>
            <a:ln>
              <a:noFill/>
            </a:ln>
          </p:spPr>
          <p:txBody>
            <a:bodyPr anchorCtr="0" anchor="ctr" bIns="25400" lIns="25400" spcFirstLastPara="1" rIns="25400" wrap="square" tIns="25400">
              <a:noAutofit/>
            </a:bodyPr>
            <a:lstStyle/>
            <a:p>
              <a:pPr indent="0" lvl="0" marL="0" marR="0" rtl="0" algn="ctr">
                <a:lnSpc>
                  <a:spcPct val="140000"/>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183" name="Google Shape;183;p15"/>
          <p:cNvSpPr/>
          <p:nvPr/>
        </p:nvSpPr>
        <p:spPr>
          <a:xfrm rot="188886">
            <a:off x="1046592" y="-1085418"/>
            <a:ext cx="3597715" cy="2060509"/>
          </a:xfrm>
          <a:custGeom>
            <a:rect b="b" l="l" r="r" t="t"/>
            <a:pathLst>
              <a:path extrusionOk="0" h="4114800" w="7184571">
                <a:moveTo>
                  <a:pt x="0" y="0"/>
                </a:moveTo>
                <a:lnTo>
                  <a:pt x="7184572" y="0"/>
                </a:lnTo>
                <a:lnTo>
                  <a:pt x="7184572" y="4114800"/>
                </a:lnTo>
                <a:lnTo>
                  <a:pt x="0" y="4114800"/>
                </a:lnTo>
                <a:lnTo>
                  <a:pt x="0" y="0"/>
                </a:lnTo>
                <a:close/>
              </a:path>
            </a:pathLst>
          </a:custGeom>
          <a:blipFill rotWithShape="1">
            <a:blip r:embed="rId3">
              <a:alphaModFix/>
            </a:blip>
            <a:stretch>
              <a:fillRect b="0" l="0" r="0" t="0"/>
            </a:stretch>
          </a:blipFill>
          <a:ln>
            <a:noFill/>
          </a:ln>
        </p:spPr>
      </p:sp>
      <p:sp>
        <p:nvSpPr>
          <p:cNvPr id="184" name="Google Shape;184;p15"/>
          <p:cNvSpPr txBox="1"/>
          <p:nvPr/>
        </p:nvSpPr>
        <p:spPr>
          <a:xfrm>
            <a:off x="2249525" y="840850"/>
            <a:ext cx="6619500" cy="8466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en" sz="5500">
                <a:solidFill>
                  <a:srgbClr val="FFFFFF"/>
                </a:solidFill>
                <a:latin typeface="Palanquin Dark"/>
                <a:ea typeface="Palanquin Dark"/>
                <a:cs typeface="Palanquin Dark"/>
                <a:sym typeface="Palanquin Dark"/>
              </a:rPr>
              <a:t>Lenguaje no verbal</a:t>
            </a:r>
            <a:endParaRPr sz="700"/>
          </a:p>
        </p:txBody>
      </p:sp>
      <p:sp>
        <p:nvSpPr>
          <p:cNvPr id="185" name="Google Shape;185;p15"/>
          <p:cNvSpPr txBox="1"/>
          <p:nvPr/>
        </p:nvSpPr>
        <p:spPr>
          <a:xfrm>
            <a:off x="2203300" y="1600225"/>
            <a:ext cx="6582300" cy="677400"/>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None/>
            </a:pPr>
            <a:r>
              <a:rPr b="1" lang="en" sz="4400">
                <a:solidFill>
                  <a:srgbClr val="1E1E49"/>
                </a:solidFill>
                <a:latin typeface="Palanquin Dark"/>
                <a:ea typeface="Palanquin Dark"/>
                <a:cs typeface="Palanquin Dark"/>
                <a:sym typeface="Palanquin Dark"/>
              </a:rPr>
              <a:t>Más allá de las palabras</a:t>
            </a:r>
            <a:endParaRPr sz="700"/>
          </a:p>
        </p:txBody>
      </p:sp>
      <p:sp>
        <p:nvSpPr>
          <p:cNvPr id="186" name="Google Shape;186;p15"/>
          <p:cNvSpPr txBox="1"/>
          <p:nvPr/>
        </p:nvSpPr>
        <p:spPr>
          <a:xfrm>
            <a:off x="2612700" y="2724350"/>
            <a:ext cx="6312000" cy="1690200"/>
          </a:xfrm>
          <a:prstGeom prst="rect">
            <a:avLst/>
          </a:prstGeom>
          <a:noFill/>
          <a:ln>
            <a:noFill/>
          </a:ln>
        </p:spPr>
        <p:txBody>
          <a:bodyPr anchorCtr="0" anchor="t" bIns="0" lIns="0" spcFirstLastPara="1" rIns="0" wrap="square" tIns="0">
            <a:spAutoFit/>
          </a:bodyPr>
          <a:lstStyle/>
          <a:p>
            <a:pPr indent="0" lvl="0" marL="0" rtl="0" algn="just">
              <a:lnSpc>
                <a:spcPct val="140000"/>
              </a:lnSpc>
              <a:spcBef>
                <a:spcPts val="0"/>
              </a:spcBef>
              <a:spcAft>
                <a:spcPts val="0"/>
              </a:spcAft>
              <a:buNone/>
            </a:pPr>
            <a:r>
              <a:rPr b="1" lang="en" sz="900">
                <a:solidFill>
                  <a:srgbClr val="FFFFFF"/>
                </a:solidFill>
                <a:latin typeface="Palanquin Dark"/>
                <a:ea typeface="Palanquin Dark"/>
                <a:cs typeface="Palanquin Dark"/>
                <a:sym typeface="Palanquin Dark"/>
              </a:rPr>
              <a:t>El lenguaje verbal juega 5 papeles:</a:t>
            </a:r>
            <a:endParaRPr sz="900">
              <a:solidFill>
                <a:srgbClr val="FFFFFF"/>
              </a:solidFill>
              <a:latin typeface="Palanquin Dark"/>
              <a:ea typeface="Palanquin Dark"/>
              <a:cs typeface="Palanquin Dark"/>
              <a:sym typeface="Palanquin Dark"/>
            </a:endParaRPr>
          </a:p>
          <a:p>
            <a:pPr indent="0" lvl="0" marL="0" rtl="0" algn="just">
              <a:lnSpc>
                <a:spcPct val="140000"/>
              </a:lnSpc>
              <a:spcBef>
                <a:spcPts val="0"/>
              </a:spcBef>
              <a:spcAft>
                <a:spcPts val="0"/>
              </a:spcAft>
              <a:buNone/>
            </a:pPr>
            <a:r>
              <a:rPr b="1" lang="en" sz="900">
                <a:solidFill>
                  <a:srgbClr val="FFFFFF"/>
                </a:solidFill>
                <a:latin typeface="Palanquin Dark"/>
                <a:ea typeface="Palanquin Dark"/>
                <a:cs typeface="Palanquin Dark"/>
                <a:sym typeface="Palanquin Dark"/>
              </a:rPr>
              <a:t>Expresiones faciales. El rostro humano es extremadamente expresivo, capaz de transmitir innumerables emociones sin decir una sola palabra. Y, a diferencia de otras formas de comunicación no verbal, las expresiones faciales son universales. Las expresiones de felicidad, tristeza, enojo, sorpresa, miedo y asco son similares en todas las culturas.</a:t>
            </a:r>
            <a:endParaRPr b="1" sz="900">
              <a:solidFill>
                <a:srgbClr val="FFFFFF"/>
              </a:solidFill>
              <a:latin typeface="Palanquin Dark"/>
              <a:ea typeface="Palanquin Dark"/>
              <a:cs typeface="Palanquin Dark"/>
              <a:sym typeface="Palanquin Dark"/>
            </a:endParaRPr>
          </a:p>
          <a:p>
            <a:pPr indent="0" lvl="0" marL="0" rtl="0" algn="just">
              <a:lnSpc>
                <a:spcPct val="140000"/>
              </a:lnSpc>
              <a:spcBef>
                <a:spcPts val="0"/>
              </a:spcBef>
              <a:spcAft>
                <a:spcPts val="0"/>
              </a:spcAft>
              <a:buNone/>
            </a:pPr>
            <a:r>
              <a:t/>
            </a:r>
            <a:endParaRPr b="1" sz="900">
              <a:solidFill>
                <a:srgbClr val="FFFFFF"/>
              </a:solidFill>
              <a:latin typeface="Palanquin Dark"/>
              <a:ea typeface="Palanquin Dark"/>
              <a:cs typeface="Palanquin Dark"/>
              <a:sym typeface="Palanquin Dark"/>
            </a:endParaRPr>
          </a:p>
          <a:p>
            <a:pPr indent="0" lvl="0" marL="0" rtl="0" algn="just">
              <a:lnSpc>
                <a:spcPct val="140000"/>
              </a:lnSpc>
              <a:spcBef>
                <a:spcPts val="0"/>
              </a:spcBef>
              <a:spcAft>
                <a:spcPts val="0"/>
              </a:spcAft>
              <a:buNone/>
            </a:pPr>
            <a:r>
              <a:rPr b="1" lang="en" sz="900">
                <a:solidFill>
                  <a:srgbClr val="FFFFFF"/>
                </a:solidFill>
                <a:latin typeface="Palanquin Dark"/>
                <a:ea typeface="Palanquin Dark"/>
                <a:cs typeface="Palanquin Dark"/>
                <a:sym typeface="Palanquin Dark"/>
              </a:rPr>
              <a:t>Movimiento corporal y postura. Piensa en cómo tu percepción de las personas se ve influenciada por la manera en que se sientan, caminan, se paran o sostienen la cabeza. La forma en que te mueves y te comportas comunica una gran cantidad de información al mundo. Este tipo de comunicación no verbal incluye la postura, la forma de andar, la posición corporal y los movimientos sutiles que realizas.</a:t>
            </a:r>
            <a:endParaRPr sz="900">
              <a:solidFill>
                <a:srgbClr val="FFFFFF"/>
              </a:solidFill>
              <a:latin typeface="Palanquin Dark"/>
              <a:ea typeface="Palanquin Dark"/>
              <a:cs typeface="Palanquin Dark"/>
              <a:sym typeface="Palanquin Dark"/>
            </a:endParaRPr>
          </a:p>
        </p:txBody>
      </p:sp>
      <p:grpSp>
        <p:nvGrpSpPr>
          <p:cNvPr id="187" name="Google Shape;187;p15"/>
          <p:cNvGrpSpPr/>
          <p:nvPr/>
        </p:nvGrpSpPr>
        <p:grpSpPr>
          <a:xfrm>
            <a:off x="8995550" y="-72329"/>
            <a:ext cx="148645" cy="5215727"/>
            <a:chOff x="0" y="-38100"/>
            <a:chExt cx="78300" cy="2747433"/>
          </a:xfrm>
        </p:grpSpPr>
        <p:sp>
          <p:nvSpPr>
            <p:cNvPr id="188" name="Google Shape;188;p15"/>
            <p:cNvSpPr/>
            <p:nvPr/>
          </p:nvSpPr>
          <p:spPr>
            <a:xfrm>
              <a:off x="0" y="0"/>
              <a:ext cx="78196" cy="2709333"/>
            </a:xfrm>
            <a:custGeom>
              <a:rect b="b" l="l" r="r" t="t"/>
              <a:pathLst>
                <a:path extrusionOk="0" h="2709333" w="78196">
                  <a:moveTo>
                    <a:pt x="0" y="0"/>
                  </a:moveTo>
                  <a:lnTo>
                    <a:pt x="78196" y="0"/>
                  </a:lnTo>
                  <a:lnTo>
                    <a:pt x="78196" y="2709333"/>
                  </a:lnTo>
                  <a:lnTo>
                    <a:pt x="0" y="2709333"/>
                  </a:lnTo>
                  <a:close/>
                </a:path>
              </a:pathLst>
            </a:custGeom>
            <a:solidFill>
              <a:srgbClr val="FFE072"/>
            </a:solidFill>
            <a:ln>
              <a:noFill/>
            </a:ln>
          </p:spPr>
        </p:sp>
        <p:sp>
          <p:nvSpPr>
            <p:cNvPr id="189" name="Google Shape;189;p15"/>
            <p:cNvSpPr txBox="1"/>
            <p:nvPr/>
          </p:nvSpPr>
          <p:spPr>
            <a:xfrm>
              <a:off x="0" y="-38100"/>
              <a:ext cx="78300" cy="2747400"/>
            </a:xfrm>
            <a:prstGeom prst="rect">
              <a:avLst/>
            </a:prstGeom>
            <a:noFill/>
            <a:ln>
              <a:noFill/>
            </a:ln>
          </p:spPr>
          <p:txBody>
            <a:bodyPr anchorCtr="0" anchor="ctr" bIns="25400" lIns="25400" spcFirstLastPara="1" rIns="25400" wrap="square" tIns="25400">
              <a:noAutofit/>
            </a:bodyPr>
            <a:lstStyle/>
            <a:p>
              <a:pPr indent="0" lvl="0" marL="0" marR="0" rtl="0" algn="ctr">
                <a:lnSpc>
                  <a:spcPct val="140000"/>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190" name="Google Shape;190;p15"/>
          <p:cNvGrpSpPr/>
          <p:nvPr/>
        </p:nvGrpSpPr>
        <p:grpSpPr>
          <a:xfrm>
            <a:off x="0" y="-72329"/>
            <a:ext cx="148645" cy="5215727"/>
            <a:chOff x="0" y="-38100"/>
            <a:chExt cx="78300" cy="2747433"/>
          </a:xfrm>
        </p:grpSpPr>
        <p:sp>
          <p:nvSpPr>
            <p:cNvPr id="191" name="Google Shape;191;p15"/>
            <p:cNvSpPr/>
            <p:nvPr/>
          </p:nvSpPr>
          <p:spPr>
            <a:xfrm>
              <a:off x="0" y="0"/>
              <a:ext cx="78196" cy="2709333"/>
            </a:xfrm>
            <a:custGeom>
              <a:rect b="b" l="l" r="r" t="t"/>
              <a:pathLst>
                <a:path extrusionOk="0" h="2709333" w="78196">
                  <a:moveTo>
                    <a:pt x="0" y="0"/>
                  </a:moveTo>
                  <a:lnTo>
                    <a:pt x="78196" y="0"/>
                  </a:lnTo>
                  <a:lnTo>
                    <a:pt x="78196" y="2709333"/>
                  </a:lnTo>
                  <a:lnTo>
                    <a:pt x="0" y="2709333"/>
                  </a:lnTo>
                  <a:close/>
                </a:path>
              </a:pathLst>
            </a:custGeom>
            <a:solidFill>
              <a:srgbClr val="FFE072"/>
            </a:solidFill>
            <a:ln>
              <a:noFill/>
            </a:ln>
          </p:spPr>
        </p:sp>
        <p:sp>
          <p:nvSpPr>
            <p:cNvPr id="192" name="Google Shape;192;p15"/>
            <p:cNvSpPr txBox="1"/>
            <p:nvPr/>
          </p:nvSpPr>
          <p:spPr>
            <a:xfrm>
              <a:off x="0" y="-38100"/>
              <a:ext cx="78300" cy="2747400"/>
            </a:xfrm>
            <a:prstGeom prst="rect">
              <a:avLst/>
            </a:prstGeom>
            <a:noFill/>
            <a:ln>
              <a:noFill/>
            </a:ln>
          </p:spPr>
          <p:txBody>
            <a:bodyPr anchorCtr="0" anchor="ctr" bIns="25400" lIns="25400" spcFirstLastPara="1" rIns="25400" wrap="square" tIns="25400">
              <a:noAutofit/>
            </a:bodyPr>
            <a:lstStyle/>
            <a:p>
              <a:pPr indent="0" lvl="0" marL="0" marR="0" rtl="0" algn="ctr">
                <a:lnSpc>
                  <a:spcPct val="140000"/>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193" name="Google Shape;193;p15"/>
          <p:cNvSpPr txBox="1"/>
          <p:nvPr/>
        </p:nvSpPr>
        <p:spPr>
          <a:xfrm>
            <a:off x="651225" y="3630800"/>
            <a:ext cx="1458900" cy="1692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en" sz="1100" u="sng">
                <a:solidFill>
                  <a:schemeClr val="hlink"/>
                </a:solidFill>
                <a:hlinkClick r:id="rId4"/>
              </a:rPr>
              <a:t>Link de referencia</a:t>
            </a:r>
            <a:endParaRPr sz="900">
              <a:solidFill>
                <a:srgbClr val="FFFFFF"/>
              </a:solidFill>
              <a:latin typeface="Palanquin Dark"/>
              <a:ea typeface="Palanquin Dark"/>
              <a:cs typeface="Palanquin Dark"/>
              <a:sym typeface="Palanquin Dark"/>
            </a:endParaRPr>
          </a:p>
        </p:txBody>
      </p:sp>
      <p:pic>
        <p:nvPicPr>
          <p:cNvPr id="194" name="Google Shape;194;p15"/>
          <p:cNvPicPr preferRelativeResize="0"/>
          <p:nvPr/>
        </p:nvPicPr>
        <p:blipFill>
          <a:blip r:embed="rId5">
            <a:alphaModFix/>
          </a:blip>
          <a:stretch>
            <a:fillRect/>
          </a:stretch>
        </p:blipFill>
        <p:spPr>
          <a:xfrm>
            <a:off x="386650" y="1584575"/>
            <a:ext cx="1988050" cy="1988050"/>
          </a:xfrm>
          <a:prstGeom prst="rect">
            <a:avLst/>
          </a:prstGeom>
          <a:noFill/>
          <a:ln>
            <a:noFill/>
          </a:ln>
        </p:spPr>
      </p:pic>
    </p:spTree>
  </p:cSld>
  <p:clrMapOvr>
    <a:masterClrMapping/>
  </p:clrMapOvr>
  <p:transition>
    <p:fade thruBlk="1"/>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4B2ED"/>
        </a:solidFill>
      </p:bgPr>
    </p:bg>
    <p:spTree>
      <p:nvGrpSpPr>
        <p:cNvPr id="198" name="Shape 198"/>
        <p:cNvGrpSpPr/>
        <p:nvPr/>
      </p:nvGrpSpPr>
      <p:grpSpPr>
        <a:xfrm>
          <a:off x="0" y="0"/>
          <a:ext cx="0" cy="0"/>
          <a:chOff x="0" y="0"/>
          <a:chExt cx="0" cy="0"/>
        </a:xfrm>
      </p:grpSpPr>
      <p:grpSp>
        <p:nvGrpSpPr>
          <p:cNvPr id="199" name="Google Shape;199;p16"/>
          <p:cNvGrpSpPr/>
          <p:nvPr/>
        </p:nvGrpSpPr>
        <p:grpSpPr>
          <a:xfrm>
            <a:off x="0" y="2499421"/>
            <a:ext cx="9143818" cy="2644281"/>
            <a:chOff x="0" y="-38100"/>
            <a:chExt cx="4816592" cy="1392900"/>
          </a:xfrm>
        </p:grpSpPr>
        <p:sp>
          <p:nvSpPr>
            <p:cNvPr id="200" name="Google Shape;200;p16"/>
            <p:cNvSpPr/>
            <p:nvPr/>
          </p:nvSpPr>
          <p:spPr>
            <a:xfrm>
              <a:off x="0" y="0"/>
              <a:ext cx="4816592" cy="1354667"/>
            </a:xfrm>
            <a:custGeom>
              <a:rect b="b" l="l" r="r" t="t"/>
              <a:pathLst>
                <a:path extrusionOk="0" h="1354667" w="4816592">
                  <a:moveTo>
                    <a:pt x="0" y="0"/>
                  </a:moveTo>
                  <a:lnTo>
                    <a:pt x="4816592" y="0"/>
                  </a:lnTo>
                  <a:lnTo>
                    <a:pt x="4816592" y="1354667"/>
                  </a:lnTo>
                  <a:lnTo>
                    <a:pt x="0" y="1354667"/>
                  </a:lnTo>
                  <a:close/>
                </a:path>
              </a:pathLst>
            </a:custGeom>
            <a:solidFill>
              <a:srgbClr val="01045F">
                <a:alpha val="48240"/>
              </a:srgbClr>
            </a:solidFill>
            <a:ln>
              <a:noFill/>
            </a:ln>
          </p:spPr>
        </p:sp>
        <p:sp>
          <p:nvSpPr>
            <p:cNvPr id="201" name="Google Shape;201;p16"/>
            <p:cNvSpPr txBox="1"/>
            <p:nvPr/>
          </p:nvSpPr>
          <p:spPr>
            <a:xfrm>
              <a:off x="0" y="-38100"/>
              <a:ext cx="4816500" cy="1392900"/>
            </a:xfrm>
            <a:prstGeom prst="rect">
              <a:avLst/>
            </a:prstGeom>
            <a:noFill/>
            <a:ln>
              <a:noFill/>
            </a:ln>
          </p:spPr>
          <p:txBody>
            <a:bodyPr anchorCtr="0" anchor="ctr" bIns="25400" lIns="25400" spcFirstLastPara="1" rIns="25400" wrap="square" tIns="25400">
              <a:noAutofit/>
            </a:bodyPr>
            <a:lstStyle/>
            <a:p>
              <a:pPr indent="0" lvl="0" marL="0" marR="0" rtl="0" algn="ctr">
                <a:lnSpc>
                  <a:spcPct val="140000"/>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202" name="Google Shape;202;p16"/>
          <p:cNvSpPr/>
          <p:nvPr/>
        </p:nvSpPr>
        <p:spPr>
          <a:xfrm rot="188886">
            <a:off x="1046592" y="-1085418"/>
            <a:ext cx="3597715" cy="2060509"/>
          </a:xfrm>
          <a:custGeom>
            <a:rect b="b" l="l" r="r" t="t"/>
            <a:pathLst>
              <a:path extrusionOk="0" h="4114800" w="7184571">
                <a:moveTo>
                  <a:pt x="0" y="0"/>
                </a:moveTo>
                <a:lnTo>
                  <a:pt x="7184572" y="0"/>
                </a:lnTo>
                <a:lnTo>
                  <a:pt x="7184572" y="4114800"/>
                </a:lnTo>
                <a:lnTo>
                  <a:pt x="0" y="4114800"/>
                </a:lnTo>
                <a:lnTo>
                  <a:pt x="0" y="0"/>
                </a:lnTo>
                <a:close/>
              </a:path>
            </a:pathLst>
          </a:custGeom>
          <a:blipFill rotWithShape="1">
            <a:blip r:embed="rId3">
              <a:alphaModFix/>
            </a:blip>
            <a:stretch>
              <a:fillRect b="0" l="0" r="0" t="0"/>
            </a:stretch>
          </a:blipFill>
          <a:ln>
            <a:noFill/>
          </a:ln>
        </p:spPr>
      </p:sp>
      <p:sp>
        <p:nvSpPr>
          <p:cNvPr id="203" name="Google Shape;203;p16"/>
          <p:cNvSpPr txBox="1"/>
          <p:nvPr/>
        </p:nvSpPr>
        <p:spPr>
          <a:xfrm>
            <a:off x="2249525" y="840850"/>
            <a:ext cx="6619500" cy="8466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en" sz="5500">
                <a:solidFill>
                  <a:srgbClr val="FFFFFF"/>
                </a:solidFill>
                <a:latin typeface="Palanquin Dark"/>
                <a:ea typeface="Palanquin Dark"/>
                <a:cs typeface="Palanquin Dark"/>
                <a:sym typeface="Palanquin Dark"/>
              </a:rPr>
              <a:t>Lenguaje no verbal</a:t>
            </a:r>
            <a:endParaRPr sz="700"/>
          </a:p>
        </p:txBody>
      </p:sp>
      <p:sp>
        <p:nvSpPr>
          <p:cNvPr id="204" name="Google Shape;204;p16"/>
          <p:cNvSpPr txBox="1"/>
          <p:nvPr/>
        </p:nvSpPr>
        <p:spPr>
          <a:xfrm>
            <a:off x="2203300" y="1600225"/>
            <a:ext cx="6582300" cy="677400"/>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None/>
            </a:pPr>
            <a:r>
              <a:rPr b="1" lang="en" sz="4400">
                <a:solidFill>
                  <a:srgbClr val="1E1E49"/>
                </a:solidFill>
                <a:latin typeface="Palanquin Dark"/>
                <a:ea typeface="Palanquin Dark"/>
                <a:cs typeface="Palanquin Dark"/>
                <a:sym typeface="Palanquin Dark"/>
              </a:rPr>
              <a:t>Más allá de las palabras</a:t>
            </a:r>
            <a:endParaRPr sz="700"/>
          </a:p>
        </p:txBody>
      </p:sp>
      <p:sp>
        <p:nvSpPr>
          <p:cNvPr id="205" name="Google Shape;205;p16"/>
          <p:cNvSpPr txBox="1"/>
          <p:nvPr/>
        </p:nvSpPr>
        <p:spPr>
          <a:xfrm>
            <a:off x="2612700" y="2724350"/>
            <a:ext cx="6312000" cy="6926700"/>
          </a:xfrm>
          <a:prstGeom prst="rect">
            <a:avLst/>
          </a:prstGeom>
          <a:noFill/>
          <a:ln>
            <a:noFill/>
          </a:ln>
        </p:spPr>
        <p:txBody>
          <a:bodyPr anchorCtr="0" anchor="t" bIns="0" lIns="0" spcFirstLastPara="1" rIns="0" wrap="square" tIns="0">
            <a:spAutoFit/>
          </a:bodyPr>
          <a:lstStyle/>
          <a:p>
            <a:pPr indent="0" lvl="0" marL="0" rtl="0" algn="just">
              <a:lnSpc>
                <a:spcPct val="140000"/>
              </a:lnSpc>
              <a:spcBef>
                <a:spcPts val="0"/>
              </a:spcBef>
              <a:spcAft>
                <a:spcPts val="0"/>
              </a:spcAft>
              <a:buNone/>
            </a:pPr>
            <a:r>
              <a:rPr b="1" lang="en" sz="900">
                <a:solidFill>
                  <a:srgbClr val="FFFFFF"/>
                </a:solidFill>
                <a:latin typeface="Palanquin Dark"/>
                <a:ea typeface="Palanquin Dark"/>
                <a:cs typeface="Palanquin Dark"/>
                <a:sym typeface="Palanquin Dark"/>
              </a:rPr>
              <a:t>El lenguaje verbal juega 5 papeles:</a:t>
            </a:r>
            <a:endParaRPr sz="900">
              <a:solidFill>
                <a:srgbClr val="FFFFFF"/>
              </a:solidFill>
              <a:latin typeface="Palanquin Dark"/>
              <a:ea typeface="Palanquin Dark"/>
              <a:cs typeface="Palanquin Dark"/>
              <a:sym typeface="Palanquin Dark"/>
            </a:endParaRPr>
          </a:p>
          <a:p>
            <a:pPr indent="0" lvl="0" marL="0" rtl="0" algn="just">
              <a:lnSpc>
                <a:spcPct val="140000"/>
              </a:lnSpc>
              <a:spcBef>
                <a:spcPts val="0"/>
              </a:spcBef>
              <a:spcAft>
                <a:spcPts val="0"/>
              </a:spcAft>
              <a:buNone/>
            </a:pPr>
            <a:r>
              <a:rPr b="1" lang="en" sz="900">
                <a:solidFill>
                  <a:srgbClr val="FFFFFF"/>
                </a:solidFill>
                <a:latin typeface="Palanquin Dark"/>
                <a:ea typeface="Palanquin Dark"/>
                <a:cs typeface="Palanquin Dark"/>
                <a:sym typeface="Palanquin Dark"/>
              </a:rPr>
              <a:t>Expresiones faciales. El rostro humano es extremadamente expresivo, capaz de transmitir innumerables emociones sin decir una sola palabra. Y, a diferencia de otras formas de comunicación no verbal, las expresiones faciales son universales. Las expresiones de felicidad, tristeza, enojo, sorpresa, miedo y asco son similares en todas las culturas.</a:t>
            </a:r>
            <a:endParaRPr b="1" sz="900">
              <a:solidFill>
                <a:srgbClr val="FFFFFF"/>
              </a:solidFill>
              <a:latin typeface="Palanquin Dark"/>
              <a:ea typeface="Palanquin Dark"/>
              <a:cs typeface="Palanquin Dark"/>
              <a:sym typeface="Palanquin Dark"/>
            </a:endParaRPr>
          </a:p>
          <a:p>
            <a:pPr indent="0" lvl="0" marL="0" rtl="0" algn="just">
              <a:lnSpc>
                <a:spcPct val="140000"/>
              </a:lnSpc>
              <a:spcBef>
                <a:spcPts val="0"/>
              </a:spcBef>
              <a:spcAft>
                <a:spcPts val="0"/>
              </a:spcAft>
              <a:buNone/>
            </a:pPr>
            <a:r>
              <a:t/>
            </a:r>
            <a:endParaRPr b="1" sz="900">
              <a:solidFill>
                <a:srgbClr val="FFFFFF"/>
              </a:solidFill>
              <a:latin typeface="Palanquin Dark"/>
              <a:ea typeface="Palanquin Dark"/>
              <a:cs typeface="Palanquin Dark"/>
              <a:sym typeface="Palanquin Dark"/>
            </a:endParaRPr>
          </a:p>
          <a:p>
            <a:pPr indent="0" lvl="0" marL="0" rtl="0" algn="just">
              <a:lnSpc>
                <a:spcPct val="140000"/>
              </a:lnSpc>
              <a:spcBef>
                <a:spcPts val="0"/>
              </a:spcBef>
              <a:spcAft>
                <a:spcPts val="0"/>
              </a:spcAft>
              <a:buNone/>
            </a:pPr>
            <a:r>
              <a:rPr b="1" lang="en" sz="900">
                <a:solidFill>
                  <a:srgbClr val="FFFFFF"/>
                </a:solidFill>
                <a:latin typeface="Palanquin Dark"/>
                <a:ea typeface="Palanquin Dark"/>
                <a:cs typeface="Palanquin Dark"/>
                <a:sym typeface="Palanquin Dark"/>
              </a:rPr>
              <a:t>Movimiento corporal y postura. Piensa en cómo tu percepción de las personas se ve influenciada por la manera en que se sientan, caminan, se paran o sostienen la cabeza. La forma en que te mueves y te comportas comunica una gran cantidad de información al mundo. Este tipo de comunicación no verbal incluye la postura, la forma de andar, la posición corporal y los movimientos sutiles que realizas.</a:t>
            </a:r>
            <a:endParaRPr b="1" sz="900">
              <a:solidFill>
                <a:srgbClr val="FFFFFF"/>
              </a:solidFill>
              <a:latin typeface="Palanquin Dark"/>
              <a:ea typeface="Palanquin Dark"/>
              <a:cs typeface="Palanquin Dark"/>
              <a:sym typeface="Palanquin Dark"/>
            </a:endParaRPr>
          </a:p>
          <a:p>
            <a:pPr indent="0" lvl="0" marL="0" rtl="0" algn="just">
              <a:lnSpc>
                <a:spcPct val="140000"/>
              </a:lnSpc>
              <a:spcBef>
                <a:spcPts val="0"/>
              </a:spcBef>
              <a:spcAft>
                <a:spcPts val="0"/>
              </a:spcAft>
              <a:buNone/>
            </a:pPr>
            <a:r>
              <a:t/>
            </a:r>
            <a:endParaRPr b="1" sz="900">
              <a:solidFill>
                <a:srgbClr val="FFFFFF"/>
              </a:solidFill>
              <a:latin typeface="Palanquin Dark"/>
              <a:ea typeface="Palanquin Dark"/>
              <a:cs typeface="Palanquin Dark"/>
              <a:sym typeface="Palanquin Dark"/>
            </a:endParaRPr>
          </a:p>
          <a:p>
            <a:pPr indent="0" lvl="0" marL="0" rtl="0" algn="just">
              <a:lnSpc>
                <a:spcPct val="140000"/>
              </a:lnSpc>
              <a:spcBef>
                <a:spcPts val="0"/>
              </a:spcBef>
              <a:spcAft>
                <a:spcPts val="0"/>
              </a:spcAft>
              <a:buNone/>
            </a:pPr>
            <a:r>
              <a:rPr b="1" lang="en" sz="900">
                <a:solidFill>
                  <a:srgbClr val="FFFFFF"/>
                </a:solidFill>
                <a:latin typeface="Palanquin Dark"/>
                <a:ea typeface="Palanquin Dark"/>
                <a:cs typeface="Palanquin Dark"/>
                <a:sym typeface="Palanquin Dark"/>
              </a:rPr>
              <a:t>Gestos. Los gestos forman parte de nuestra vida diaria. Puedes saludar con la mano, señalar, hacer señas o usar las manos al discutir o hablar con entusiasmo, a menudo expresándote sin pensarlo. Sin embargo, el significado de algunos gestos puede variar mucho entre culturas. Por ejemplo, la señal de “OK” hecha con la mano generalmente transmite un mensaje positivo en países de habla inglesa, pero se considera ofensiva en países como Alemania, Rusia y Brasil. Por eso, es importante tener cuidado al usar gestos para evitar malentendidos.</a:t>
            </a:r>
            <a:endParaRPr b="1" sz="900">
              <a:solidFill>
                <a:srgbClr val="FFFFFF"/>
              </a:solidFill>
              <a:latin typeface="Palanquin Dark"/>
              <a:ea typeface="Palanquin Dark"/>
              <a:cs typeface="Palanquin Dark"/>
              <a:sym typeface="Palanquin Dark"/>
            </a:endParaRPr>
          </a:p>
          <a:p>
            <a:pPr indent="0" lvl="0" marL="0" rtl="0" algn="just">
              <a:lnSpc>
                <a:spcPct val="140000"/>
              </a:lnSpc>
              <a:spcBef>
                <a:spcPts val="0"/>
              </a:spcBef>
              <a:spcAft>
                <a:spcPts val="0"/>
              </a:spcAft>
              <a:buNone/>
            </a:pPr>
            <a:r>
              <a:t/>
            </a:r>
            <a:endParaRPr b="1" sz="900">
              <a:solidFill>
                <a:srgbClr val="FFFFFF"/>
              </a:solidFill>
              <a:latin typeface="Palanquin Dark"/>
              <a:ea typeface="Palanquin Dark"/>
              <a:cs typeface="Palanquin Dark"/>
              <a:sym typeface="Palanquin Dark"/>
            </a:endParaRPr>
          </a:p>
          <a:p>
            <a:pPr indent="0" lvl="0" marL="0" rtl="0" algn="just">
              <a:lnSpc>
                <a:spcPct val="140000"/>
              </a:lnSpc>
              <a:spcBef>
                <a:spcPts val="0"/>
              </a:spcBef>
              <a:spcAft>
                <a:spcPts val="0"/>
              </a:spcAft>
              <a:buNone/>
            </a:pPr>
            <a:r>
              <a:rPr b="1" lang="en" sz="900">
                <a:solidFill>
                  <a:srgbClr val="FFFFFF"/>
                </a:solidFill>
                <a:latin typeface="Palanquin Dark"/>
                <a:ea typeface="Palanquin Dark"/>
                <a:cs typeface="Palanquin Dark"/>
                <a:sym typeface="Palanquin Dark"/>
              </a:rPr>
              <a:t>Contacto visual. Dado que el sentido de la vista es dominante para la mayoría de las personas, el contacto visual es un tipo especialmente importante de comunicación no verbal. La forma en que miras a alguien puede comunicar muchas cosas, como interés, afecto, hostilidad o atracción. El contacto visual también es fundamental para mantener el flujo de la conversación y para evaluar el interés y la respuesta de la otra persona.</a:t>
            </a:r>
            <a:endParaRPr b="1" sz="900">
              <a:solidFill>
                <a:srgbClr val="FFFFFF"/>
              </a:solidFill>
              <a:latin typeface="Palanquin Dark"/>
              <a:ea typeface="Palanquin Dark"/>
              <a:cs typeface="Palanquin Dark"/>
              <a:sym typeface="Palanquin Dark"/>
            </a:endParaRPr>
          </a:p>
          <a:p>
            <a:pPr indent="0" lvl="0" marL="0" rtl="0" algn="just">
              <a:lnSpc>
                <a:spcPct val="140000"/>
              </a:lnSpc>
              <a:spcBef>
                <a:spcPts val="0"/>
              </a:spcBef>
              <a:spcAft>
                <a:spcPts val="0"/>
              </a:spcAft>
              <a:buNone/>
            </a:pPr>
            <a:r>
              <a:t/>
            </a:r>
            <a:endParaRPr b="1" sz="900">
              <a:solidFill>
                <a:srgbClr val="FFFFFF"/>
              </a:solidFill>
              <a:latin typeface="Palanquin Dark"/>
              <a:ea typeface="Palanquin Dark"/>
              <a:cs typeface="Palanquin Dark"/>
              <a:sym typeface="Palanquin Dark"/>
            </a:endParaRPr>
          </a:p>
          <a:p>
            <a:pPr indent="0" lvl="0" marL="0" rtl="0" algn="just">
              <a:lnSpc>
                <a:spcPct val="140000"/>
              </a:lnSpc>
              <a:spcBef>
                <a:spcPts val="0"/>
              </a:spcBef>
              <a:spcAft>
                <a:spcPts val="0"/>
              </a:spcAft>
              <a:buNone/>
            </a:pPr>
            <a:r>
              <a:rPr b="1" lang="en" sz="900">
                <a:solidFill>
                  <a:srgbClr val="FFFFFF"/>
                </a:solidFill>
                <a:latin typeface="Palanquin Dark"/>
                <a:ea typeface="Palanquin Dark"/>
                <a:cs typeface="Palanquin Dark"/>
                <a:sym typeface="Palanquin Dark"/>
              </a:rPr>
              <a:t>Contacto físico. Comunicamos mucho a través del tacto. Piensa en los mensajes tan diferentes que transmiten un apretón de manos débil, un abrazo cálido, una palmada condescendiente en la cabeza o un agarre firme y controlador en el brazo.</a:t>
            </a:r>
            <a:endParaRPr b="1" sz="900">
              <a:solidFill>
                <a:srgbClr val="FFFFFF"/>
              </a:solidFill>
              <a:latin typeface="Palanquin Dark"/>
              <a:ea typeface="Palanquin Dark"/>
              <a:cs typeface="Palanquin Dark"/>
              <a:sym typeface="Palanquin Dark"/>
            </a:endParaRPr>
          </a:p>
          <a:p>
            <a:pPr indent="0" lvl="0" marL="0" rtl="0" algn="just">
              <a:lnSpc>
                <a:spcPct val="140000"/>
              </a:lnSpc>
              <a:spcBef>
                <a:spcPts val="0"/>
              </a:spcBef>
              <a:spcAft>
                <a:spcPts val="0"/>
              </a:spcAft>
              <a:buNone/>
            </a:pPr>
            <a:r>
              <a:t/>
            </a:r>
            <a:endParaRPr b="1" sz="900">
              <a:solidFill>
                <a:srgbClr val="FFFFFF"/>
              </a:solidFill>
              <a:latin typeface="Palanquin Dark"/>
              <a:ea typeface="Palanquin Dark"/>
              <a:cs typeface="Palanquin Dark"/>
              <a:sym typeface="Palanquin Dark"/>
            </a:endParaRPr>
          </a:p>
          <a:p>
            <a:pPr indent="0" lvl="0" marL="0" rtl="0" algn="just">
              <a:lnSpc>
                <a:spcPct val="140000"/>
              </a:lnSpc>
              <a:spcBef>
                <a:spcPts val="0"/>
              </a:spcBef>
              <a:spcAft>
                <a:spcPts val="0"/>
              </a:spcAft>
              <a:buNone/>
            </a:pPr>
            <a:r>
              <a:rPr b="1" lang="en" sz="900">
                <a:solidFill>
                  <a:srgbClr val="FFFFFF"/>
                </a:solidFill>
                <a:latin typeface="Palanquin Dark"/>
                <a:ea typeface="Palanquin Dark"/>
                <a:cs typeface="Palanquin Dark"/>
                <a:sym typeface="Palanquin Dark"/>
              </a:rPr>
              <a:t>Espacio personal. ¿Alguna vez te has sentido incómodo durante una conversación porque la otra persona estaba demasiado cerca e invadía tu espacio? Todos tenemos una necesidad de espacio físico, aunque esta varía según la cultura, la situación y el grado de cercanía en la relación. El espacio físico puede utilizarse para comunicar muchos mensajes no verbales, como señales de intimidad y afecto, agresividad o dominio.</a:t>
            </a:r>
            <a:endParaRPr b="1" sz="900">
              <a:solidFill>
                <a:srgbClr val="FFFFFF"/>
              </a:solidFill>
              <a:latin typeface="Palanquin Dark"/>
              <a:ea typeface="Palanquin Dark"/>
              <a:cs typeface="Palanquin Dark"/>
              <a:sym typeface="Palanquin Dark"/>
            </a:endParaRPr>
          </a:p>
          <a:p>
            <a:pPr indent="0" lvl="0" marL="0" rtl="0" algn="just">
              <a:lnSpc>
                <a:spcPct val="140000"/>
              </a:lnSpc>
              <a:spcBef>
                <a:spcPts val="0"/>
              </a:spcBef>
              <a:spcAft>
                <a:spcPts val="0"/>
              </a:spcAft>
              <a:buNone/>
            </a:pPr>
            <a:r>
              <a:t/>
            </a:r>
            <a:endParaRPr b="1" sz="900">
              <a:solidFill>
                <a:srgbClr val="FFFFFF"/>
              </a:solidFill>
              <a:latin typeface="Palanquin Dark"/>
              <a:ea typeface="Palanquin Dark"/>
              <a:cs typeface="Palanquin Dark"/>
              <a:sym typeface="Palanquin Dark"/>
            </a:endParaRPr>
          </a:p>
          <a:p>
            <a:pPr indent="0" lvl="0" marL="0" rtl="0" algn="just">
              <a:lnSpc>
                <a:spcPct val="140000"/>
              </a:lnSpc>
              <a:spcBef>
                <a:spcPts val="0"/>
              </a:spcBef>
              <a:spcAft>
                <a:spcPts val="0"/>
              </a:spcAft>
              <a:buNone/>
            </a:pPr>
            <a:r>
              <a:rPr b="1" lang="en" sz="900">
                <a:solidFill>
                  <a:srgbClr val="FFFFFF"/>
                </a:solidFill>
                <a:latin typeface="Palanquin Dark"/>
                <a:ea typeface="Palanquin Dark"/>
                <a:cs typeface="Palanquin Dark"/>
                <a:sym typeface="Palanquin Dark"/>
              </a:rPr>
              <a:t>Voz. No es solo lo que dices, sino cómo lo dices. Cuando hablas, las demás personas “leen” tu voz además de escuchar tus palabras. Prestan atención al ritmo y la velocidad, al volumen, al tono y la entonación, así como a sonidos que indican comprensión, como “ahh” o “ajá”. Piensa en cómo tu tono de voz puede expresar sarcasmo, enojo, afecto o seguridad.</a:t>
            </a:r>
            <a:endParaRPr b="1" sz="900">
              <a:solidFill>
                <a:srgbClr val="FFFFFF"/>
              </a:solidFill>
              <a:latin typeface="Palanquin Dark"/>
              <a:ea typeface="Palanquin Dark"/>
              <a:cs typeface="Palanquin Dark"/>
              <a:sym typeface="Palanquin Dark"/>
            </a:endParaRPr>
          </a:p>
          <a:p>
            <a:pPr indent="0" lvl="0" marL="0" rtl="0" algn="just">
              <a:lnSpc>
                <a:spcPct val="140000"/>
              </a:lnSpc>
              <a:spcBef>
                <a:spcPts val="0"/>
              </a:spcBef>
              <a:spcAft>
                <a:spcPts val="0"/>
              </a:spcAft>
              <a:buNone/>
            </a:pPr>
            <a:r>
              <a:t/>
            </a:r>
            <a:endParaRPr b="1" sz="900">
              <a:solidFill>
                <a:srgbClr val="FFFFFF"/>
              </a:solidFill>
              <a:latin typeface="Palanquin Dark"/>
              <a:ea typeface="Palanquin Dark"/>
              <a:cs typeface="Palanquin Dark"/>
              <a:sym typeface="Palanquin Dark"/>
            </a:endParaRPr>
          </a:p>
          <a:p>
            <a:pPr indent="0" lvl="0" marL="0" marR="0" rtl="0" algn="just">
              <a:lnSpc>
                <a:spcPct val="140000"/>
              </a:lnSpc>
              <a:spcBef>
                <a:spcPts val="0"/>
              </a:spcBef>
              <a:spcAft>
                <a:spcPts val="0"/>
              </a:spcAft>
              <a:buNone/>
            </a:pPr>
            <a:r>
              <a:t/>
            </a:r>
            <a:endParaRPr sz="900">
              <a:solidFill>
                <a:srgbClr val="FFFFFF"/>
              </a:solidFill>
              <a:latin typeface="Palanquin Dark"/>
              <a:ea typeface="Palanquin Dark"/>
              <a:cs typeface="Palanquin Dark"/>
              <a:sym typeface="Palanquin Dark"/>
            </a:endParaRPr>
          </a:p>
        </p:txBody>
      </p:sp>
      <p:grpSp>
        <p:nvGrpSpPr>
          <p:cNvPr id="206" name="Google Shape;206;p16"/>
          <p:cNvGrpSpPr/>
          <p:nvPr/>
        </p:nvGrpSpPr>
        <p:grpSpPr>
          <a:xfrm>
            <a:off x="8995550" y="-72329"/>
            <a:ext cx="148645" cy="5215727"/>
            <a:chOff x="0" y="-38100"/>
            <a:chExt cx="78300" cy="2747433"/>
          </a:xfrm>
        </p:grpSpPr>
        <p:sp>
          <p:nvSpPr>
            <p:cNvPr id="207" name="Google Shape;207;p16"/>
            <p:cNvSpPr/>
            <p:nvPr/>
          </p:nvSpPr>
          <p:spPr>
            <a:xfrm>
              <a:off x="0" y="0"/>
              <a:ext cx="78196" cy="2709333"/>
            </a:xfrm>
            <a:custGeom>
              <a:rect b="b" l="l" r="r" t="t"/>
              <a:pathLst>
                <a:path extrusionOk="0" h="2709333" w="78196">
                  <a:moveTo>
                    <a:pt x="0" y="0"/>
                  </a:moveTo>
                  <a:lnTo>
                    <a:pt x="78196" y="0"/>
                  </a:lnTo>
                  <a:lnTo>
                    <a:pt x="78196" y="2709333"/>
                  </a:lnTo>
                  <a:lnTo>
                    <a:pt x="0" y="2709333"/>
                  </a:lnTo>
                  <a:close/>
                </a:path>
              </a:pathLst>
            </a:custGeom>
            <a:solidFill>
              <a:srgbClr val="FFE072"/>
            </a:solidFill>
            <a:ln>
              <a:noFill/>
            </a:ln>
          </p:spPr>
        </p:sp>
        <p:sp>
          <p:nvSpPr>
            <p:cNvPr id="208" name="Google Shape;208;p16"/>
            <p:cNvSpPr txBox="1"/>
            <p:nvPr/>
          </p:nvSpPr>
          <p:spPr>
            <a:xfrm>
              <a:off x="0" y="-38100"/>
              <a:ext cx="78300" cy="2747400"/>
            </a:xfrm>
            <a:prstGeom prst="rect">
              <a:avLst/>
            </a:prstGeom>
            <a:noFill/>
            <a:ln>
              <a:noFill/>
            </a:ln>
          </p:spPr>
          <p:txBody>
            <a:bodyPr anchorCtr="0" anchor="ctr" bIns="25400" lIns="25400" spcFirstLastPara="1" rIns="25400" wrap="square" tIns="25400">
              <a:noAutofit/>
            </a:bodyPr>
            <a:lstStyle/>
            <a:p>
              <a:pPr indent="0" lvl="0" marL="0" marR="0" rtl="0" algn="ctr">
                <a:lnSpc>
                  <a:spcPct val="140000"/>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209" name="Google Shape;209;p16"/>
          <p:cNvGrpSpPr/>
          <p:nvPr/>
        </p:nvGrpSpPr>
        <p:grpSpPr>
          <a:xfrm>
            <a:off x="0" y="-72329"/>
            <a:ext cx="148645" cy="5215727"/>
            <a:chOff x="0" y="-38100"/>
            <a:chExt cx="78300" cy="2747433"/>
          </a:xfrm>
        </p:grpSpPr>
        <p:sp>
          <p:nvSpPr>
            <p:cNvPr id="210" name="Google Shape;210;p16"/>
            <p:cNvSpPr/>
            <p:nvPr/>
          </p:nvSpPr>
          <p:spPr>
            <a:xfrm>
              <a:off x="0" y="0"/>
              <a:ext cx="78196" cy="2709333"/>
            </a:xfrm>
            <a:custGeom>
              <a:rect b="b" l="l" r="r" t="t"/>
              <a:pathLst>
                <a:path extrusionOk="0" h="2709333" w="78196">
                  <a:moveTo>
                    <a:pt x="0" y="0"/>
                  </a:moveTo>
                  <a:lnTo>
                    <a:pt x="78196" y="0"/>
                  </a:lnTo>
                  <a:lnTo>
                    <a:pt x="78196" y="2709333"/>
                  </a:lnTo>
                  <a:lnTo>
                    <a:pt x="0" y="2709333"/>
                  </a:lnTo>
                  <a:close/>
                </a:path>
              </a:pathLst>
            </a:custGeom>
            <a:solidFill>
              <a:srgbClr val="FFE072"/>
            </a:solidFill>
            <a:ln>
              <a:noFill/>
            </a:ln>
          </p:spPr>
        </p:sp>
        <p:sp>
          <p:nvSpPr>
            <p:cNvPr id="211" name="Google Shape;211;p16"/>
            <p:cNvSpPr txBox="1"/>
            <p:nvPr/>
          </p:nvSpPr>
          <p:spPr>
            <a:xfrm>
              <a:off x="0" y="-38100"/>
              <a:ext cx="78300" cy="2747400"/>
            </a:xfrm>
            <a:prstGeom prst="rect">
              <a:avLst/>
            </a:prstGeom>
            <a:noFill/>
            <a:ln>
              <a:noFill/>
            </a:ln>
          </p:spPr>
          <p:txBody>
            <a:bodyPr anchorCtr="0" anchor="ctr" bIns="25400" lIns="25400" spcFirstLastPara="1" rIns="25400" wrap="square" tIns="25400">
              <a:noAutofit/>
            </a:bodyPr>
            <a:lstStyle/>
            <a:p>
              <a:pPr indent="0" lvl="0" marL="0" marR="0" rtl="0" algn="ctr">
                <a:lnSpc>
                  <a:spcPct val="140000"/>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212" name="Google Shape;212;p16"/>
          <p:cNvSpPr txBox="1"/>
          <p:nvPr/>
        </p:nvSpPr>
        <p:spPr>
          <a:xfrm>
            <a:off x="651225" y="3630800"/>
            <a:ext cx="1458900" cy="1692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en" sz="1100" u="sng">
                <a:solidFill>
                  <a:schemeClr val="hlink"/>
                </a:solidFill>
                <a:hlinkClick r:id="rId4"/>
              </a:rPr>
              <a:t>Link de referencia</a:t>
            </a:r>
            <a:endParaRPr sz="900">
              <a:solidFill>
                <a:srgbClr val="FFFFFF"/>
              </a:solidFill>
              <a:latin typeface="Palanquin Dark"/>
              <a:ea typeface="Palanquin Dark"/>
              <a:cs typeface="Palanquin Dark"/>
              <a:sym typeface="Palanquin Dark"/>
            </a:endParaRPr>
          </a:p>
        </p:txBody>
      </p:sp>
      <p:pic>
        <p:nvPicPr>
          <p:cNvPr id="213" name="Google Shape;213;p16"/>
          <p:cNvPicPr preferRelativeResize="0"/>
          <p:nvPr/>
        </p:nvPicPr>
        <p:blipFill>
          <a:blip r:embed="rId5">
            <a:alphaModFix/>
          </a:blip>
          <a:stretch>
            <a:fillRect/>
          </a:stretch>
        </p:blipFill>
        <p:spPr>
          <a:xfrm>
            <a:off x="386650" y="1584575"/>
            <a:ext cx="1988050" cy="1988050"/>
          </a:xfrm>
          <a:prstGeom prst="rect">
            <a:avLst/>
          </a:prstGeom>
          <a:noFill/>
          <a:ln>
            <a:noFill/>
          </a:ln>
        </p:spPr>
      </p:pic>
    </p:spTree>
  </p:cSld>
  <p:clrMapOvr>
    <a:masterClrMapping/>
  </p:clrMapOvr>
  <p:transition>
    <p:fade thruBlk="1"/>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4B2ED"/>
        </a:solidFill>
      </p:bgPr>
    </p:bg>
    <p:spTree>
      <p:nvGrpSpPr>
        <p:cNvPr id="217" name="Shape 217"/>
        <p:cNvGrpSpPr/>
        <p:nvPr/>
      </p:nvGrpSpPr>
      <p:grpSpPr>
        <a:xfrm>
          <a:off x="0" y="0"/>
          <a:ext cx="0" cy="0"/>
          <a:chOff x="0" y="0"/>
          <a:chExt cx="0" cy="0"/>
        </a:xfrm>
      </p:grpSpPr>
      <p:grpSp>
        <p:nvGrpSpPr>
          <p:cNvPr id="218" name="Google Shape;218;p17"/>
          <p:cNvGrpSpPr/>
          <p:nvPr/>
        </p:nvGrpSpPr>
        <p:grpSpPr>
          <a:xfrm>
            <a:off x="0" y="2499421"/>
            <a:ext cx="9143818" cy="2644281"/>
            <a:chOff x="0" y="-38100"/>
            <a:chExt cx="4816592" cy="1392900"/>
          </a:xfrm>
        </p:grpSpPr>
        <p:sp>
          <p:nvSpPr>
            <p:cNvPr id="219" name="Google Shape;219;p17"/>
            <p:cNvSpPr/>
            <p:nvPr/>
          </p:nvSpPr>
          <p:spPr>
            <a:xfrm>
              <a:off x="0" y="0"/>
              <a:ext cx="4816592" cy="1354667"/>
            </a:xfrm>
            <a:custGeom>
              <a:rect b="b" l="l" r="r" t="t"/>
              <a:pathLst>
                <a:path extrusionOk="0" h="1354667" w="4816592">
                  <a:moveTo>
                    <a:pt x="0" y="0"/>
                  </a:moveTo>
                  <a:lnTo>
                    <a:pt x="4816592" y="0"/>
                  </a:lnTo>
                  <a:lnTo>
                    <a:pt x="4816592" y="1354667"/>
                  </a:lnTo>
                  <a:lnTo>
                    <a:pt x="0" y="1354667"/>
                  </a:lnTo>
                  <a:close/>
                </a:path>
              </a:pathLst>
            </a:custGeom>
            <a:solidFill>
              <a:srgbClr val="01045F">
                <a:alpha val="48240"/>
              </a:srgbClr>
            </a:solidFill>
            <a:ln>
              <a:noFill/>
            </a:ln>
          </p:spPr>
        </p:sp>
        <p:sp>
          <p:nvSpPr>
            <p:cNvPr id="220" name="Google Shape;220;p17"/>
            <p:cNvSpPr txBox="1"/>
            <p:nvPr/>
          </p:nvSpPr>
          <p:spPr>
            <a:xfrm>
              <a:off x="0" y="-38100"/>
              <a:ext cx="4816500" cy="1392900"/>
            </a:xfrm>
            <a:prstGeom prst="rect">
              <a:avLst/>
            </a:prstGeom>
            <a:noFill/>
            <a:ln>
              <a:noFill/>
            </a:ln>
          </p:spPr>
          <p:txBody>
            <a:bodyPr anchorCtr="0" anchor="ctr" bIns="25400" lIns="25400" spcFirstLastPara="1" rIns="25400" wrap="square" tIns="25400">
              <a:noAutofit/>
            </a:bodyPr>
            <a:lstStyle/>
            <a:p>
              <a:pPr indent="0" lvl="0" marL="0" marR="0" rtl="0" algn="ctr">
                <a:lnSpc>
                  <a:spcPct val="140000"/>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221" name="Google Shape;221;p17"/>
          <p:cNvSpPr/>
          <p:nvPr/>
        </p:nvSpPr>
        <p:spPr>
          <a:xfrm rot="188886">
            <a:off x="1046592" y="-1085418"/>
            <a:ext cx="3597715" cy="2060509"/>
          </a:xfrm>
          <a:custGeom>
            <a:rect b="b" l="l" r="r" t="t"/>
            <a:pathLst>
              <a:path extrusionOk="0" h="4114800" w="7184571">
                <a:moveTo>
                  <a:pt x="0" y="0"/>
                </a:moveTo>
                <a:lnTo>
                  <a:pt x="7184572" y="0"/>
                </a:lnTo>
                <a:lnTo>
                  <a:pt x="7184572" y="4114800"/>
                </a:lnTo>
                <a:lnTo>
                  <a:pt x="0" y="4114800"/>
                </a:lnTo>
                <a:lnTo>
                  <a:pt x="0" y="0"/>
                </a:lnTo>
                <a:close/>
              </a:path>
            </a:pathLst>
          </a:custGeom>
          <a:blipFill rotWithShape="1">
            <a:blip r:embed="rId3">
              <a:alphaModFix/>
            </a:blip>
            <a:stretch>
              <a:fillRect b="0" l="0" r="0" t="0"/>
            </a:stretch>
          </a:blipFill>
          <a:ln>
            <a:noFill/>
          </a:ln>
        </p:spPr>
      </p:sp>
      <p:sp>
        <p:nvSpPr>
          <p:cNvPr id="222" name="Google Shape;222;p17"/>
          <p:cNvSpPr txBox="1"/>
          <p:nvPr/>
        </p:nvSpPr>
        <p:spPr>
          <a:xfrm>
            <a:off x="2249525" y="840850"/>
            <a:ext cx="6619500" cy="8466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en" sz="5500">
                <a:solidFill>
                  <a:srgbClr val="FFFFFF"/>
                </a:solidFill>
                <a:latin typeface="Palanquin Dark"/>
                <a:ea typeface="Palanquin Dark"/>
                <a:cs typeface="Palanquin Dark"/>
                <a:sym typeface="Palanquin Dark"/>
              </a:rPr>
              <a:t>Lenguaje no verbal</a:t>
            </a:r>
            <a:endParaRPr sz="700"/>
          </a:p>
        </p:txBody>
      </p:sp>
      <p:sp>
        <p:nvSpPr>
          <p:cNvPr id="223" name="Google Shape;223;p17"/>
          <p:cNvSpPr txBox="1"/>
          <p:nvPr/>
        </p:nvSpPr>
        <p:spPr>
          <a:xfrm>
            <a:off x="2203300" y="1600225"/>
            <a:ext cx="6582300" cy="677400"/>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None/>
            </a:pPr>
            <a:r>
              <a:rPr b="1" lang="en" sz="4400">
                <a:solidFill>
                  <a:srgbClr val="1E1E49"/>
                </a:solidFill>
                <a:latin typeface="Palanquin Dark"/>
                <a:ea typeface="Palanquin Dark"/>
                <a:cs typeface="Palanquin Dark"/>
                <a:sym typeface="Palanquin Dark"/>
              </a:rPr>
              <a:t>Más allá de las palabras</a:t>
            </a:r>
            <a:endParaRPr sz="700"/>
          </a:p>
        </p:txBody>
      </p:sp>
      <p:sp>
        <p:nvSpPr>
          <p:cNvPr id="224" name="Google Shape;224;p17"/>
          <p:cNvSpPr txBox="1"/>
          <p:nvPr/>
        </p:nvSpPr>
        <p:spPr>
          <a:xfrm>
            <a:off x="2612700" y="2724350"/>
            <a:ext cx="6312000" cy="2271900"/>
          </a:xfrm>
          <a:prstGeom prst="rect">
            <a:avLst/>
          </a:prstGeom>
          <a:noFill/>
          <a:ln>
            <a:noFill/>
          </a:ln>
        </p:spPr>
        <p:txBody>
          <a:bodyPr anchorCtr="0" anchor="t" bIns="0" lIns="0" spcFirstLastPara="1" rIns="0" wrap="square" tIns="0">
            <a:spAutoFit/>
          </a:bodyPr>
          <a:lstStyle/>
          <a:p>
            <a:pPr indent="0" lvl="0" marL="0" rtl="0" algn="just">
              <a:lnSpc>
                <a:spcPct val="140000"/>
              </a:lnSpc>
              <a:spcBef>
                <a:spcPts val="0"/>
              </a:spcBef>
              <a:spcAft>
                <a:spcPts val="0"/>
              </a:spcAft>
              <a:buNone/>
            </a:pPr>
            <a:r>
              <a:rPr b="1" lang="en" sz="900">
                <a:solidFill>
                  <a:srgbClr val="FFFFFF"/>
                </a:solidFill>
                <a:latin typeface="Palanquin Dark"/>
                <a:ea typeface="Palanquin Dark"/>
                <a:cs typeface="Palanquin Dark"/>
                <a:sym typeface="Palanquin Dark"/>
              </a:rPr>
              <a:t>Tipos de lenguaje no verbal</a:t>
            </a:r>
            <a:endParaRPr b="1" sz="900">
              <a:solidFill>
                <a:srgbClr val="FFFFFF"/>
              </a:solidFill>
              <a:latin typeface="Palanquin Dark"/>
              <a:ea typeface="Palanquin Dark"/>
              <a:cs typeface="Palanquin Dark"/>
              <a:sym typeface="Palanquin Dark"/>
            </a:endParaRPr>
          </a:p>
          <a:p>
            <a:pPr indent="0" lvl="0" marL="0" rtl="0" algn="just">
              <a:lnSpc>
                <a:spcPct val="140000"/>
              </a:lnSpc>
              <a:spcBef>
                <a:spcPts val="0"/>
              </a:spcBef>
              <a:spcAft>
                <a:spcPts val="0"/>
              </a:spcAft>
              <a:buNone/>
            </a:pPr>
            <a:r>
              <a:t/>
            </a:r>
            <a:endParaRPr b="1" sz="900">
              <a:solidFill>
                <a:srgbClr val="FFFFFF"/>
              </a:solidFill>
              <a:latin typeface="Palanquin Dark"/>
              <a:ea typeface="Palanquin Dark"/>
              <a:cs typeface="Palanquin Dark"/>
              <a:sym typeface="Palanquin Dark"/>
            </a:endParaRPr>
          </a:p>
          <a:p>
            <a:pPr indent="-285750" lvl="0" marL="457200" rtl="0" algn="just">
              <a:lnSpc>
                <a:spcPct val="140000"/>
              </a:lnSpc>
              <a:spcBef>
                <a:spcPts val="0"/>
              </a:spcBef>
              <a:spcAft>
                <a:spcPts val="0"/>
              </a:spcAft>
              <a:buClr>
                <a:srgbClr val="FFFFFF"/>
              </a:buClr>
              <a:buSzPts val="900"/>
              <a:buFont typeface="Palanquin Dark"/>
              <a:buChar char="➔"/>
            </a:pPr>
            <a:r>
              <a:rPr b="1" lang="en" sz="900">
                <a:solidFill>
                  <a:srgbClr val="FFFFFF"/>
                </a:solidFill>
                <a:latin typeface="Palanquin Dark"/>
                <a:ea typeface="Palanquin Dark"/>
                <a:cs typeface="Palanquin Dark"/>
                <a:sym typeface="Palanquin Dark"/>
              </a:rPr>
              <a:t>Gestos.</a:t>
            </a:r>
            <a:r>
              <a:rPr lang="en" sz="900">
                <a:solidFill>
                  <a:srgbClr val="FFFFFF"/>
                </a:solidFill>
                <a:latin typeface="Palanquin Dark"/>
                <a:ea typeface="Palanquin Dark"/>
                <a:cs typeface="Palanquin Dark"/>
                <a:sym typeface="Palanquin Dark"/>
              </a:rPr>
              <a:t> Los gestos forman parte de nuestra vida diaria. Puedes saludar con la mano, señalar, hacer señas o usar las manos al discutir o hablar con entusiasmo, a menudo expresándote sin pensarlo. Sin embargo, el significado de algunos gestos puede variar mucho entre culturas. Por ejemplo, la señal de “OK” hecha con la mano generalmente transmite un mensaje positivo en países de habla inglesa, pero se considera ofensiva en países como Alemania, Rusia y Brasil. Por eso, es importante tener cuidado al usar gestos para evitar malentendidos.</a:t>
            </a:r>
            <a:endParaRPr sz="900">
              <a:solidFill>
                <a:srgbClr val="FFFFFF"/>
              </a:solidFill>
              <a:latin typeface="Palanquin Dark"/>
              <a:ea typeface="Palanquin Dark"/>
              <a:cs typeface="Palanquin Dark"/>
              <a:sym typeface="Palanquin Dark"/>
            </a:endParaRPr>
          </a:p>
          <a:p>
            <a:pPr indent="0" lvl="0" marL="0" rtl="0" algn="just">
              <a:lnSpc>
                <a:spcPct val="140000"/>
              </a:lnSpc>
              <a:spcBef>
                <a:spcPts val="0"/>
              </a:spcBef>
              <a:spcAft>
                <a:spcPts val="0"/>
              </a:spcAft>
              <a:buNone/>
            </a:pPr>
            <a:r>
              <a:t/>
            </a:r>
            <a:endParaRPr b="1" sz="900">
              <a:solidFill>
                <a:srgbClr val="FFFFFF"/>
              </a:solidFill>
              <a:latin typeface="Palanquin Dark"/>
              <a:ea typeface="Palanquin Dark"/>
              <a:cs typeface="Palanquin Dark"/>
              <a:sym typeface="Palanquin Dark"/>
            </a:endParaRPr>
          </a:p>
          <a:p>
            <a:pPr indent="-285750" lvl="0" marL="457200" rtl="0" algn="just">
              <a:lnSpc>
                <a:spcPct val="140000"/>
              </a:lnSpc>
              <a:spcBef>
                <a:spcPts val="0"/>
              </a:spcBef>
              <a:spcAft>
                <a:spcPts val="0"/>
              </a:spcAft>
              <a:buClr>
                <a:srgbClr val="FFFFFF"/>
              </a:buClr>
              <a:buSzPts val="900"/>
              <a:buFont typeface="Palanquin Dark"/>
              <a:buChar char="➔"/>
            </a:pPr>
            <a:r>
              <a:rPr b="1" lang="en" sz="900">
                <a:solidFill>
                  <a:srgbClr val="FFFFFF"/>
                </a:solidFill>
                <a:latin typeface="Palanquin Dark"/>
                <a:ea typeface="Palanquin Dark"/>
                <a:cs typeface="Palanquin Dark"/>
                <a:sym typeface="Palanquin Dark"/>
              </a:rPr>
              <a:t>Contacto visual. </a:t>
            </a:r>
            <a:r>
              <a:rPr lang="en" sz="900">
                <a:solidFill>
                  <a:srgbClr val="FFFFFF"/>
                </a:solidFill>
                <a:latin typeface="Palanquin Dark"/>
                <a:ea typeface="Palanquin Dark"/>
                <a:cs typeface="Palanquin Dark"/>
                <a:sym typeface="Palanquin Dark"/>
              </a:rPr>
              <a:t>Dado que el sentido de la vista es dominante para la mayoría de las personas, el contacto visual es un tipo especialmente importante de comunicación no verbal. La forma en que miras a alguien puede comunicar muchas cosas, como interés, afecto, hostilidad o atracción. El contacto visual también es fundamental para mantener el flujo de la conversación y para evaluar el interés y la respuesta de la otra persona.</a:t>
            </a:r>
            <a:endParaRPr sz="900">
              <a:solidFill>
                <a:srgbClr val="FFFFFF"/>
              </a:solidFill>
              <a:latin typeface="Palanquin Dark"/>
              <a:ea typeface="Palanquin Dark"/>
              <a:cs typeface="Palanquin Dark"/>
              <a:sym typeface="Palanquin Dark"/>
            </a:endParaRPr>
          </a:p>
        </p:txBody>
      </p:sp>
      <p:grpSp>
        <p:nvGrpSpPr>
          <p:cNvPr id="225" name="Google Shape;225;p17"/>
          <p:cNvGrpSpPr/>
          <p:nvPr/>
        </p:nvGrpSpPr>
        <p:grpSpPr>
          <a:xfrm>
            <a:off x="8995550" y="-72329"/>
            <a:ext cx="148645" cy="5215727"/>
            <a:chOff x="0" y="-38100"/>
            <a:chExt cx="78300" cy="2747433"/>
          </a:xfrm>
        </p:grpSpPr>
        <p:sp>
          <p:nvSpPr>
            <p:cNvPr id="226" name="Google Shape;226;p17"/>
            <p:cNvSpPr/>
            <p:nvPr/>
          </p:nvSpPr>
          <p:spPr>
            <a:xfrm>
              <a:off x="0" y="0"/>
              <a:ext cx="78196" cy="2709333"/>
            </a:xfrm>
            <a:custGeom>
              <a:rect b="b" l="l" r="r" t="t"/>
              <a:pathLst>
                <a:path extrusionOk="0" h="2709333" w="78196">
                  <a:moveTo>
                    <a:pt x="0" y="0"/>
                  </a:moveTo>
                  <a:lnTo>
                    <a:pt x="78196" y="0"/>
                  </a:lnTo>
                  <a:lnTo>
                    <a:pt x="78196" y="2709333"/>
                  </a:lnTo>
                  <a:lnTo>
                    <a:pt x="0" y="2709333"/>
                  </a:lnTo>
                  <a:close/>
                </a:path>
              </a:pathLst>
            </a:custGeom>
            <a:solidFill>
              <a:srgbClr val="FFE072"/>
            </a:solidFill>
            <a:ln>
              <a:noFill/>
            </a:ln>
          </p:spPr>
        </p:sp>
        <p:sp>
          <p:nvSpPr>
            <p:cNvPr id="227" name="Google Shape;227;p17"/>
            <p:cNvSpPr txBox="1"/>
            <p:nvPr/>
          </p:nvSpPr>
          <p:spPr>
            <a:xfrm>
              <a:off x="0" y="-38100"/>
              <a:ext cx="78300" cy="2747400"/>
            </a:xfrm>
            <a:prstGeom prst="rect">
              <a:avLst/>
            </a:prstGeom>
            <a:noFill/>
            <a:ln>
              <a:noFill/>
            </a:ln>
          </p:spPr>
          <p:txBody>
            <a:bodyPr anchorCtr="0" anchor="ctr" bIns="25400" lIns="25400" spcFirstLastPara="1" rIns="25400" wrap="square" tIns="25400">
              <a:noAutofit/>
            </a:bodyPr>
            <a:lstStyle/>
            <a:p>
              <a:pPr indent="0" lvl="0" marL="0" marR="0" rtl="0" algn="ctr">
                <a:lnSpc>
                  <a:spcPct val="140000"/>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228" name="Google Shape;228;p17"/>
          <p:cNvGrpSpPr/>
          <p:nvPr/>
        </p:nvGrpSpPr>
        <p:grpSpPr>
          <a:xfrm>
            <a:off x="0" y="-72329"/>
            <a:ext cx="148645" cy="5215727"/>
            <a:chOff x="0" y="-38100"/>
            <a:chExt cx="78300" cy="2747433"/>
          </a:xfrm>
        </p:grpSpPr>
        <p:sp>
          <p:nvSpPr>
            <p:cNvPr id="229" name="Google Shape;229;p17"/>
            <p:cNvSpPr/>
            <p:nvPr/>
          </p:nvSpPr>
          <p:spPr>
            <a:xfrm>
              <a:off x="0" y="0"/>
              <a:ext cx="78196" cy="2709333"/>
            </a:xfrm>
            <a:custGeom>
              <a:rect b="b" l="l" r="r" t="t"/>
              <a:pathLst>
                <a:path extrusionOk="0" h="2709333" w="78196">
                  <a:moveTo>
                    <a:pt x="0" y="0"/>
                  </a:moveTo>
                  <a:lnTo>
                    <a:pt x="78196" y="0"/>
                  </a:lnTo>
                  <a:lnTo>
                    <a:pt x="78196" y="2709333"/>
                  </a:lnTo>
                  <a:lnTo>
                    <a:pt x="0" y="2709333"/>
                  </a:lnTo>
                  <a:close/>
                </a:path>
              </a:pathLst>
            </a:custGeom>
            <a:solidFill>
              <a:srgbClr val="FFE072"/>
            </a:solidFill>
            <a:ln>
              <a:noFill/>
            </a:ln>
          </p:spPr>
        </p:sp>
        <p:sp>
          <p:nvSpPr>
            <p:cNvPr id="230" name="Google Shape;230;p17"/>
            <p:cNvSpPr txBox="1"/>
            <p:nvPr/>
          </p:nvSpPr>
          <p:spPr>
            <a:xfrm>
              <a:off x="0" y="-38100"/>
              <a:ext cx="78300" cy="2747400"/>
            </a:xfrm>
            <a:prstGeom prst="rect">
              <a:avLst/>
            </a:prstGeom>
            <a:noFill/>
            <a:ln>
              <a:noFill/>
            </a:ln>
          </p:spPr>
          <p:txBody>
            <a:bodyPr anchorCtr="0" anchor="ctr" bIns="25400" lIns="25400" spcFirstLastPara="1" rIns="25400" wrap="square" tIns="25400">
              <a:noAutofit/>
            </a:bodyPr>
            <a:lstStyle/>
            <a:p>
              <a:pPr indent="0" lvl="0" marL="0" marR="0" rtl="0" algn="ctr">
                <a:lnSpc>
                  <a:spcPct val="140000"/>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231" name="Google Shape;231;p17"/>
          <p:cNvSpPr txBox="1"/>
          <p:nvPr/>
        </p:nvSpPr>
        <p:spPr>
          <a:xfrm>
            <a:off x="651225" y="3630800"/>
            <a:ext cx="1458900" cy="1692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en" sz="1100" u="sng">
                <a:solidFill>
                  <a:schemeClr val="hlink"/>
                </a:solidFill>
                <a:hlinkClick r:id="rId4"/>
              </a:rPr>
              <a:t>Link de referencia</a:t>
            </a:r>
            <a:endParaRPr sz="900">
              <a:solidFill>
                <a:srgbClr val="FFFFFF"/>
              </a:solidFill>
              <a:latin typeface="Palanquin Dark"/>
              <a:ea typeface="Palanquin Dark"/>
              <a:cs typeface="Palanquin Dark"/>
              <a:sym typeface="Palanquin Dark"/>
            </a:endParaRPr>
          </a:p>
        </p:txBody>
      </p:sp>
      <p:pic>
        <p:nvPicPr>
          <p:cNvPr id="232" name="Google Shape;232;p17"/>
          <p:cNvPicPr preferRelativeResize="0"/>
          <p:nvPr/>
        </p:nvPicPr>
        <p:blipFill>
          <a:blip r:embed="rId5">
            <a:alphaModFix/>
          </a:blip>
          <a:stretch>
            <a:fillRect/>
          </a:stretch>
        </p:blipFill>
        <p:spPr>
          <a:xfrm>
            <a:off x="386650" y="1584575"/>
            <a:ext cx="1988050" cy="1988050"/>
          </a:xfrm>
          <a:prstGeom prst="rect">
            <a:avLst/>
          </a:prstGeom>
          <a:noFill/>
          <a:ln>
            <a:noFill/>
          </a:ln>
        </p:spPr>
      </p:pic>
    </p:spTree>
  </p:cSld>
  <p:clrMapOvr>
    <a:masterClrMapping/>
  </p:clrMapOvr>
  <p:transition>
    <p:fade thruBlk="1"/>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4B2ED"/>
        </a:solidFill>
      </p:bgPr>
    </p:bg>
    <p:spTree>
      <p:nvGrpSpPr>
        <p:cNvPr id="236" name="Shape 236"/>
        <p:cNvGrpSpPr/>
        <p:nvPr/>
      </p:nvGrpSpPr>
      <p:grpSpPr>
        <a:xfrm>
          <a:off x="0" y="0"/>
          <a:ext cx="0" cy="0"/>
          <a:chOff x="0" y="0"/>
          <a:chExt cx="0" cy="0"/>
        </a:xfrm>
      </p:grpSpPr>
      <p:grpSp>
        <p:nvGrpSpPr>
          <p:cNvPr id="237" name="Google Shape;237;p18"/>
          <p:cNvGrpSpPr/>
          <p:nvPr/>
        </p:nvGrpSpPr>
        <p:grpSpPr>
          <a:xfrm>
            <a:off x="0" y="2499421"/>
            <a:ext cx="9143818" cy="2644281"/>
            <a:chOff x="0" y="-38100"/>
            <a:chExt cx="4816592" cy="1392900"/>
          </a:xfrm>
        </p:grpSpPr>
        <p:sp>
          <p:nvSpPr>
            <p:cNvPr id="238" name="Google Shape;238;p18"/>
            <p:cNvSpPr/>
            <p:nvPr/>
          </p:nvSpPr>
          <p:spPr>
            <a:xfrm>
              <a:off x="0" y="0"/>
              <a:ext cx="4816592" cy="1354667"/>
            </a:xfrm>
            <a:custGeom>
              <a:rect b="b" l="l" r="r" t="t"/>
              <a:pathLst>
                <a:path extrusionOk="0" h="1354667" w="4816592">
                  <a:moveTo>
                    <a:pt x="0" y="0"/>
                  </a:moveTo>
                  <a:lnTo>
                    <a:pt x="4816592" y="0"/>
                  </a:lnTo>
                  <a:lnTo>
                    <a:pt x="4816592" y="1354667"/>
                  </a:lnTo>
                  <a:lnTo>
                    <a:pt x="0" y="1354667"/>
                  </a:lnTo>
                  <a:close/>
                </a:path>
              </a:pathLst>
            </a:custGeom>
            <a:solidFill>
              <a:srgbClr val="01045F">
                <a:alpha val="48240"/>
              </a:srgbClr>
            </a:solidFill>
            <a:ln>
              <a:noFill/>
            </a:ln>
          </p:spPr>
        </p:sp>
        <p:sp>
          <p:nvSpPr>
            <p:cNvPr id="239" name="Google Shape;239;p18"/>
            <p:cNvSpPr txBox="1"/>
            <p:nvPr/>
          </p:nvSpPr>
          <p:spPr>
            <a:xfrm>
              <a:off x="0" y="-38100"/>
              <a:ext cx="4816500" cy="1392900"/>
            </a:xfrm>
            <a:prstGeom prst="rect">
              <a:avLst/>
            </a:prstGeom>
            <a:noFill/>
            <a:ln>
              <a:noFill/>
            </a:ln>
          </p:spPr>
          <p:txBody>
            <a:bodyPr anchorCtr="0" anchor="ctr" bIns="25400" lIns="25400" spcFirstLastPara="1" rIns="25400" wrap="square" tIns="25400">
              <a:noAutofit/>
            </a:bodyPr>
            <a:lstStyle/>
            <a:p>
              <a:pPr indent="0" lvl="0" marL="0" marR="0" rtl="0" algn="ctr">
                <a:lnSpc>
                  <a:spcPct val="140000"/>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240" name="Google Shape;240;p18"/>
          <p:cNvSpPr/>
          <p:nvPr/>
        </p:nvSpPr>
        <p:spPr>
          <a:xfrm rot="188886">
            <a:off x="1046592" y="-1085418"/>
            <a:ext cx="3597715" cy="2060509"/>
          </a:xfrm>
          <a:custGeom>
            <a:rect b="b" l="l" r="r" t="t"/>
            <a:pathLst>
              <a:path extrusionOk="0" h="4114800" w="7184571">
                <a:moveTo>
                  <a:pt x="0" y="0"/>
                </a:moveTo>
                <a:lnTo>
                  <a:pt x="7184572" y="0"/>
                </a:lnTo>
                <a:lnTo>
                  <a:pt x="7184572" y="4114800"/>
                </a:lnTo>
                <a:lnTo>
                  <a:pt x="0" y="4114800"/>
                </a:lnTo>
                <a:lnTo>
                  <a:pt x="0" y="0"/>
                </a:lnTo>
                <a:close/>
              </a:path>
            </a:pathLst>
          </a:custGeom>
          <a:blipFill rotWithShape="1">
            <a:blip r:embed="rId3">
              <a:alphaModFix/>
            </a:blip>
            <a:stretch>
              <a:fillRect b="0" l="0" r="0" t="0"/>
            </a:stretch>
          </a:blipFill>
          <a:ln>
            <a:noFill/>
          </a:ln>
        </p:spPr>
      </p:sp>
      <p:sp>
        <p:nvSpPr>
          <p:cNvPr id="241" name="Google Shape;241;p18"/>
          <p:cNvSpPr txBox="1"/>
          <p:nvPr/>
        </p:nvSpPr>
        <p:spPr>
          <a:xfrm>
            <a:off x="2249525" y="840850"/>
            <a:ext cx="6619500" cy="8466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en" sz="5500">
                <a:solidFill>
                  <a:srgbClr val="FFFFFF"/>
                </a:solidFill>
                <a:latin typeface="Palanquin Dark"/>
                <a:ea typeface="Palanquin Dark"/>
                <a:cs typeface="Palanquin Dark"/>
                <a:sym typeface="Palanquin Dark"/>
              </a:rPr>
              <a:t>Lenguaje no verbal</a:t>
            </a:r>
            <a:endParaRPr sz="700"/>
          </a:p>
        </p:txBody>
      </p:sp>
      <p:sp>
        <p:nvSpPr>
          <p:cNvPr id="242" name="Google Shape;242;p18"/>
          <p:cNvSpPr txBox="1"/>
          <p:nvPr/>
        </p:nvSpPr>
        <p:spPr>
          <a:xfrm>
            <a:off x="2203300" y="1600225"/>
            <a:ext cx="6582300" cy="677400"/>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None/>
            </a:pPr>
            <a:r>
              <a:rPr b="1" lang="en" sz="4400">
                <a:solidFill>
                  <a:srgbClr val="1E1E49"/>
                </a:solidFill>
                <a:latin typeface="Palanquin Dark"/>
                <a:ea typeface="Palanquin Dark"/>
                <a:cs typeface="Palanquin Dark"/>
                <a:sym typeface="Palanquin Dark"/>
              </a:rPr>
              <a:t>Más allá de las palabras</a:t>
            </a:r>
            <a:endParaRPr sz="700"/>
          </a:p>
        </p:txBody>
      </p:sp>
      <p:sp>
        <p:nvSpPr>
          <p:cNvPr id="243" name="Google Shape;243;p18"/>
          <p:cNvSpPr txBox="1"/>
          <p:nvPr/>
        </p:nvSpPr>
        <p:spPr>
          <a:xfrm>
            <a:off x="2612700" y="2724350"/>
            <a:ext cx="6312000" cy="2271900"/>
          </a:xfrm>
          <a:prstGeom prst="rect">
            <a:avLst/>
          </a:prstGeom>
          <a:noFill/>
          <a:ln>
            <a:noFill/>
          </a:ln>
        </p:spPr>
        <p:txBody>
          <a:bodyPr anchorCtr="0" anchor="t" bIns="0" lIns="0" spcFirstLastPara="1" rIns="0" wrap="square" tIns="0">
            <a:spAutoFit/>
          </a:bodyPr>
          <a:lstStyle/>
          <a:p>
            <a:pPr indent="0" lvl="0" marL="0" rtl="0" algn="just">
              <a:lnSpc>
                <a:spcPct val="140000"/>
              </a:lnSpc>
              <a:spcBef>
                <a:spcPts val="0"/>
              </a:spcBef>
              <a:spcAft>
                <a:spcPts val="0"/>
              </a:spcAft>
              <a:buNone/>
            </a:pPr>
            <a:r>
              <a:rPr b="1" lang="en" sz="900">
                <a:solidFill>
                  <a:schemeClr val="dk1"/>
                </a:solidFill>
                <a:latin typeface="Palanquin Dark"/>
                <a:ea typeface="Palanquin Dark"/>
                <a:cs typeface="Palanquin Dark"/>
                <a:sym typeface="Palanquin Dark"/>
              </a:rPr>
              <a:t>Tipos de lenguaje no verbal</a:t>
            </a:r>
            <a:endParaRPr b="1" sz="900">
              <a:solidFill>
                <a:srgbClr val="FFFFFF"/>
              </a:solidFill>
              <a:latin typeface="Palanquin Dark"/>
              <a:ea typeface="Palanquin Dark"/>
              <a:cs typeface="Palanquin Dark"/>
              <a:sym typeface="Palanquin Dark"/>
            </a:endParaRPr>
          </a:p>
          <a:p>
            <a:pPr indent="0" lvl="0" marL="0" rtl="0" algn="just">
              <a:lnSpc>
                <a:spcPct val="140000"/>
              </a:lnSpc>
              <a:spcBef>
                <a:spcPts val="0"/>
              </a:spcBef>
              <a:spcAft>
                <a:spcPts val="0"/>
              </a:spcAft>
              <a:buNone/>
            </a:pPr>
            <a:r>
              <a:t/>
            </a:r>
            <a:endParaRPr b="1" sz="900">
              <a:solidFill>
                <a:srgbClr val="FFFFFF"/>
              </a:solidFill>
              <a:latin typeface="Palanquin Dark"/>
              <a:ea typeface="Palanquin Dark"/>
              <a:cs typeface="Palanquin Dark"/>
              <a:sym typeface="Palanquin Dark"/>
            </a:endParaRPr>
          </a:p>
          <a:p>
            <a:pPr indent="0" lvl="0" marL="0" rtl="0" algn="just">
              <a:lnSpc>
                <a:spcPct val="140000"/>
              </a:lnSpc>
              <a:spcBef>
                <a:spcPts val="0"/>
              </a:spcBef>
              <a:spcAft>
                <a:spcPts val="0"/>
              </a:spcAft>
              <a:buNone/>
            </a:pPr>
            <a:r>
              <a:t/>
            </a:r>
            <a:endParaRPr b="1" sz="900">
              <a:solidFill>
                <a:srgbClr val="FFFFFF"/>
              </a:solidFill>
              <a:latin typeface="Palanquin Dark"/>
              <a:ea typeface="Palanquin Dark"/>
              <a:cs typeface="Palanquin Dark"/>
              <a:sym typeface="Palanquin Dark"/>
            </a:endParaRPr>
          </a:p>
          <a:p>
            <a:pPr indent="-285750" lvl="0" marL="457200" rtl="0" algn="just">
              <a:lnSpc>
                <a:spcPct val="140000"/>
              </a:lnSpc>
              <a:spcBef>
                <a:spcPts val="0"/>
              </a:spcBef>
              <a:spcAft>
                <a:spcPts val="0"/>
              </a:spcAft>
              <a:buClr>
                <a:srgbClr val="FFFFFF"/>
              </a:buClr>
              <a:buSzPts val="900"/>
              <a:buFont typeface="Palanquin Dark"/>
              <a:buChar char="➔"/>
            </a:pPr>
            <a:r>
              <a:rPr b="1" lang="en" sz="900">
                <a:solidFill>
                  <a:srgbClr val="FFFFFF"/>
                </a:solidFill>
                <a:latin typeface="Palanquin Dark"/>
                <a:ea typeface="Palanquin Dark"/>
                <a:cs typeface="Palanquin Dark"/>
                <a:sym typeface="Palanquin Dark"/>
              </a:rPr>
              <a:t>Contacto físico. </a:t>
            </a:r>
            <a:r>
              <a:rPr lang="en" sz="900">
                <a:solidFill>
                  <a:srgbClr val="FFFFFF"/>
                </a:solidFill>
                <a:latin typeface="Palanquin Dark"/>
                <a:ea typeface="Palanquin Dark"/>
                <a:cs typeface="Palanquin Dark"/>
                <a:sym typeface="Palanquin Dark"/>
              </a:rPr>
              <a:t>Comunicamos mucho a través del tacto. Piensa en los mensajes tan diferentes que transmiten un apretón de manos débil, un abrazo cálido, una palmada condescendiente en la cabeza o un agarre firme y controlador en el brazo.</a:t>
            </a:r>
            <a:endParaRPr sz="900">
              <a:solidFill>
                <a:srgbClr val="FFFFFF"/>
              </a:solidFill>
              <a:latin typeface="Palanquin Dark"/>
              <a:ea typeface="Palanquin Dark"/>
              <a:cs typeface="Palanquin Dark"/>
              <a:sym typeface="Palanquin Dark"/>
            </a:endParaRPr>
          </a:p>
          <a:p>
            <a:pPr indent="0" lvl="0" marL="0" rtl="0" algn="just">
              <a:lnSpc>
                <a:spcPct val="140000"/>
              </a:lnSpc>
              <a:spcBef>
                <a:spcPts val="0"/>
              </a:spcBef>
              <a:spcAft>
                <a:spcPts val="0"/>
              </a:spcAft>
              <a:buNone/>
            </a:pPr>
            <a:r>
              <a:t/>
            </a:r>
            <a:endParaRPr b="1" sz="900">
              <a:solidFill>
                <a:srgbClr val="FFFFFF"/>
              </a:solidFill>
              <a:latin typeface="Palanquin Dark"/>
              <a:ea typeface="Palanquin Dark"/>
              <a:cs typeface="Palanquin Dark"/>
              <a:sym typeface="Palanquin Dark"/>
            </a:endParaRPr>
          </a:p>
          <a:p>
            <a:pPr indent="-285750" lvl="0" marL="457200" rtl="0" algn="just">
              <a:lnSpc>
                <a:spcPct val="140000"/>
              </a:lnSpc>
              <a:spcBef>
                <a:spcPts val="0"/>
              </a:spcBef>
              <a:spcAft>
                <a:spcPts val="0"/>
              </a:spcAft>
              <a:buClr>
                <a:srgbClr val="FFFFFF"/>
              </a:buClr>
              <a:buSzPts val="900"/>
              <a:buFont typeface="Palanquin Dark"/>
              <a:buChar char="➔"/>
            </a:pPr>
            <a:r>
              <a:rPr b="1" lang="en" sz="900">
                <a:solidFill>
                  <a:srgbClr val="FFFFFF"/>
                </a:solidFill>
                <a:latin typeface="Palanquin Dark"/>
                <a:ea typeface="Palanquin Dark"/>
                <a:cs typeface="Palanquin Dark"/>
                <a:sym typeface="Palanquin Dark"/>
              </a:rPr>
              <a:t>Espacio personal. </a:t>
            </a:r>
            <a:r>
              <a:rPr lang="en" sz="900">
                <a:solidFill>
                  <a:srgbClr val="FFFFFF"/>
                </a:solidFill>
                <a:latin typeface="Palanquin Dark"/>
                <a:ea typeface="Palanquin Dark"/>
                <a:cs typeface="Palanquin Dark"/>
                <a:sym typeface="Palanquin Dark"/>
              </a:rPr>
              <a:t>¿Alguna vez te has sentido incómodo durante una conversación porque la otra persona estaba demasiado cerca e invadía tu espacio? Todos tenemos una necesidad de espacio físico, aunque esta varía según la cultura, la situación y el grado de cercanía en la relación. El espacio físico puede utilizarse para comunicar muchos mensajes no verbales, como señales de intimidad y afecto, agresividad o dominio.</a:t>
            </a:r>
            <a:endParaRPr sz="900">
              <a:solidFill>
                <a:srgbClr val="FFFFFF"/>
              </a:solidFill>
              <a:latin typeface="Palanquin Dark"/>
              <a:ea typeface="Palanquin Dark"/>
              <a:cs typeface="Palanquin Dark"/>
              <a:sym typeface="Palanquin Dark"/>
            </a:endParaRPr>
          </a:p>
          <a:p>
            <a:pPr indent="0" lvl="0" marL="0" marR="0" rtl="0" algn="just">
              <a:lnSpc>
                <a:spcPct val="140000"/>
              </a:lnSpc>
              <a:spcBef>
                <a:spcPts val="0"/>
              </a:spcBef>
              <a:spcAft>
                <a:spcPts val="0"/>
              </a:spcAft>
              <a:buNone/>
            </a:pPr>
            <a:r>
              <a:t/>
            </a:r>
            <a:endParaRPr sz="900">
              <a:solidFill>
                <a:srgbClr val="FFFFFF"/>
              </a:solidFill>
              <a:latin typeface="Palanquin Dark"/>
              <a:ea typeface="Palanquin Dark"/>
              <a:cs typeface="Palanquin Dark"/>
              <a:sym typeface="Palanquin Dark"/>
            </a:endParaRPr>
          </a:p>
        </p:txBody>
      </p:sp>
      <p:grpSp>
        <p:nvGrpSpPr>
          <p:cNvPr id="244" name="Google Shape;244;p18"/>
          <p:cNvGrpSpPr/>
          <p:nvPr/>
        </p:nvGrpSpPr>
        <p:grpSpPr>
          <a:xfrm>
            <a:off x="8995550" y="-72329"/>
            <a:ext cx="148645" cy="5215727"/>
            <a:chOff x="0" y="-38100"/>
            <a:chExt cx="78300" cy="2747433"/>
          </a:xfrm>
        </p:grpSpPr>
        <p:sp>
          <p:nvSpPr>
            <p:cNvPr id="245" name="Google Shape;245;p18"/>
            <p:cNvSpPr/>
            <p:nvPr/>
          </p:nvSpPr>
          <p:spPr>
            <a:xfrm>
              <a:off x="0" y="0"/>
              <a:ext cx="78196" cy="2709333"/>
            </a:xfrm>
            <a:custGeom>
              <a:rect b="b" l="l" r="r" t="t"/>
              <a:pathLst>
                <a:path extrusionOk="0" h="2709333" w="78196">
                  <a:moveTo>
                    <a:pt x="0" y="0"/>
                  </a:moveTo>
                  <a:lnTo>
                    <a:pt x="78196" y="0"/>
                  </a:lnTo>
                  <a:lnTo>
                    <a:pt x="78196" y="2709333"/>
                  </a:lnTo>
                  <a:lnTo>
                    <a:pt x="0" y="2709333"/>
                  </a:lnTo>
                  <a:close/>
                </a:path>
              </a:pathLst>
            </a:custGeom>
            <a:solidFill>
              <a:srgbClr val="FFE072"/>
            </a:solidFill>
            <a:ln>
              <a:noFill/>
            </a:ln>
          </p:spPr>
        </p:sp>
        <p:sp>
          <p:nvSpPr>
            <p:cNvPr id="246" name="Google Shape;246;p18"/>
            <p:cNvSpPr txBox="1"/>
            <p:nvPr/>
          </p:nvSpPr>
          <p:spPr>
            <a:xfrm>
              <a:off x="0" y="-38100"/>
              <a:ext cx="78300" cy="2747400"/>
            </a:xfrm>
            <a:prstGeom prst="rect">
              <a:avLst/>
            </a:prstGeom>
            <a:noFill/>
            <a:ln>
              <a:noFill/>
            </a:ln>
          </p:spPr>
          <p:txBody>
            <a:bodyPr anchorCtr="0" anchor="ctr" bIns="25400" lIns="25400" spcFirstLastPara="1" rIns="25400" wrap="square" tIns="25400">
              <a:noAutofit/>
            </a:bodyPr>
            <a:lstStyle/>
            <a:p>
              <a:pPr indent="0" lvl="0" marL="0" marR="0" rtl="0" algn="ctr">
                <a:lnSpc>
                  <a:spcPct val="140000"/>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247" name="Google Shape;247;p18"/>
          <p:cNvGrpSpPr/>
          <p:nvPr/>
        </p:nvGrpSpPr>
        <p:grpSpPr>
          <a:xfrm>
            <a:off x="0" y="-72329"/>
            <a:ext cx="148645" cy="5215727"/>
            <a:chOff x="0" y="-38100"/>
            <a:chExt cx="78300" cy="2747433"/>
          </a:xfrm>
        </p:grpSpPr>
        <p:sp>
          <p:nvSpPr>
            <p:cNvPr id="248" name="Google Shape;248;p18"/>
            <p:cNvSpPr/>
            <p:nvPr/>
          </p:nvSpPr>
          <p:spPr>
            <a:xfrm>
              <a:off x="0" y="0"/>
              <a:ext cx="78196" cy="2709333"/>
            </a:xfrm>
            <a:custGeom>
              <a:rect b="b" l="l" r="r" t="t"/>
              <a:pathLst>
                <a:path extrusionOk="0" h="2709333" w="78196">
                  <a:moveTo>
                    <a:pt x="0" y="0"/>
                  </a:moveTo>
                  <a:lnTo>
                    <a:pt x="78196" y="0"/>
                  </a:lnTo>
                  <a:lnTo>
                    <a:pt x="78196" y="2709333"/>
                  </a:lnTo>
                  <a:lnTo>
                    <a:pt x="0" y="2709333"/>
                  </a:lnTo>
                  <a:close/>
                </a:path>
              </a:pathLst>
            </a:custGeom>
            <a:solidFill>
              <a:srgbClr val="FFE072"/>
            </a:solidFill>
            <a:ln>
              <a:noFill/>
            </a:ln>
          </p:spPr>
        </p:sp>
        <p:sp>
          <p:nvSpPr>
            <p:cNvPr id="249" name="Google Shape;249;p18"/>
            <p:cNvSpPr txBox="1"/>
            <p:nvPr/>
          </p:nvSpPr>
          <p:spPr>
            <a:xfrm>
              <a:off x="0" y="-38100"/>
              <a:ext cx="78300" cy="2747400"/>
            </a:xfrm>
            <a:prstGeom prst="rect">
              <a:avLst/>
            </a:prstGeom>
            <a:noFill/>
            <a:ln>
              <a:noFill/>
            </a:ln>
          </p:spPr>
          <p:txBody>
            <a:bodyPr anchorCtr="0" anchor="ctr" bIns="25400" lIns="25400" spcFirstLastPara="1" rIns="25400" wrap="square" tIns="25400">
              <a:noAutofit/>
            </a:bodyPr>
            <a:lstStyle/>
            <a:p>
              <a:pPr indent="0" lvl="0" marL="0" marR="0" rtl="0" algn="ctr">
                <a:lnSpc>
                  <a:spcPct val="140000"/>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250" name="Google Shape;250;p18"/>
          <p:cNvSpPr txBox="1"/>
          <p:nvPr/>
        </p:nvSpPr>
        <p:spPr>
          <a:xfrm>
            <a:off x="651225" y="3630800"/>
            <a:ext cx="1458900" cy="1692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en" sz="1100" u="sng">
                <a:solidFill>
                  <a:schemeClr val="hlink"/>
                </a:solidFill>
                <a:hlinkClick r:id="rId4"/>
              </a:rPr>
              <a:t>Link de referencia</a:t>
            </a:r>
            <a:endParaRPr sz="900">
              <a:solidFill>
                <a:srgbClr val="FFFFFF"/>
              </a:solidFill>
              <a:latin typeface="Palanquin Dark"/>
              <a:ea typeface="Palanquin Dark"/>
              <a:cs typeface="Palanquin Dark"/>
              <a:sym typeface="Palanquin Dark"/>
            </a:endParaRPr>
          </a:p>
        </p:txBody>
      </p:sp>
      <p:pic>
        <p:nvPicPr>
          <p:cNvPr id="251" name="Google Shape;251;p18"/>
          <p:cNvPicPr preferRelativeResize="0"/>
          <p:nvPr/>
        </p:nvPicPr>
        <p:blipFill>
          <a:blip r:embed="rId5">
            <a:alphaModFix/>
          </a:blip>
          <a:stretch>
            <a:fillRect/>
          </a:stretch>
        </p:blipFill>
        <p:spPr>
          <a:xfrm>
            <a:off x="386650" y="1584575"/>
            <a:ext cx="1988050" cy="1988050"/>
          </a:xfrm>
          <a:prstGeom prst="rect">
            <a:avLst/>
          </a:prstGeom>
          <a:noFill/>
          <a:ln>
            <a:noFill/>
          </a:ln>
        </p:spPr>
      </p:pic>
    </p:spTree>
  </p:cSld>
  <p:clrMapOvr>
    <a:masterClrMapping/>
  </p:clrMapOvr>
  <p:transition>
    <p:fade thruBlk="1"/>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4B2ED"/>
        </a:solidFill>
      </p:bgPr>
    </p:bg>
    <p:spTree>
      <p:nvGrpSpPr>
        <p:cNvPr id="255" name="Shape 255"/>
        <p:cNvGrpSpPr/>
        <p:nvPr/>
      </p:nvGrpSpPr>
      <p:grpSpPr>
        <a:xfrm>
          <a:off x="0" y="0"/>
          <a:ext cx="0" cy="0"/>
          <a:chOff x="0" y="0"/>
          <a:chExt cx="0" cy="0"/>
        </a:xfrm>
      </p:grpSpPr>
      <p:grpSp>
        <p:nvGrpSpPr>
          <p:cNvPr id="256" name="Google Shape;256;p19"/>
          <p:cNvGrpSpPr/>
          <p:nvPr/>
        </p:nvGrpSpPr>
        <p:grpSpPr>
          <a:xfrm>
            <a:off x="0" y="2499421"/>
            <a:ext cx="9143818" cy="2644281"/>
            <a:chOff x="0" y="-38100"/>
            <a:chExt cx="4816592" cy="1392900"/>
          </a:xfrm>
        </p:grpSpPr>
        <p:sp>
          <p:nvSpPr>
            <p:cNvPr id="257" name="Google Shape;257;p19"/>
            <p:cNvSpPr/>
            <p:nvPr/>
          </p:nvSpPr>
          <p:spPr>
            <a:xfrm>
              <a:off x="0" y="0"/>
              <a:ext cx="4816592" cy="1354667"/>
            </a:xfrm>
            <a:custGeom>
              <a:rect b="b" l="l" r="r" t="t"/>
              <a:pathLst>
                <a:path extrusionOk="0" h="1354667" w="4816592">
                  <a:moveTo>
                    <a:pt x="0" y="0"/>
                  </a:moveTo>
                  <a:lnTo>
                    <a:pt x="4816592" y="0"/>
                  </a:lnTo>
                  <a:lnTo>
                    <a:pt x="4816592" y="1354667"/>
                  </a:lnTo>
                  <a:lnTo>
                    <a:pt x="0" y="1354667"/>
                  </a:lnTo>
                  <a:close/>
                </a:path>
              </a:pathLst>
            </a:custGeom>
            <a:solidFill>
              <a:srgbClr val="01045F">
                <a:alpha val="48240"/>
              </a:srgbClr>
            </a:solidFill>
            <a:ln>
              <a:noFill/>
            </a:ln>
          </p:spPr>
        </p:sp>
        <p:sp>
          <p:nvSpPr>
            <p:cNvPr id="258" name="Google Shape;258;p19"/>
            <p:cNvSpPr txBox="1"/>
            <p:nvPr/>
          </p:nvSpPr>
          <p:spPr>
            <a:xfrm>
              <a:off x="0" y="-38100"/>
              <a:ext cx="4816500" cy="1392900"/>
            </a:xfrm>
            <a:prstGeom prst="rect">
              <a:avLst/>
            </a:prstGeom>
            <a:noFill/>
            <a:ln>
              <a:noFill/>
            </a:ln>
          </p:spPr>
          <p:txBody>
            <a:bodyPr anchorCtr="0" anchor="ctr" bIns="25400" lIns="25400" spcFirstLastPara="1" rIns="25400" wrap="square" tIns="25400">
              <a:noAutofit/>
            </a:bodyPr>
            <a:lstStyle/>
            <a:p>
              <a:pPr indent="0" lvl="0" marL="0" marR="0" rtl="0" algn="ctr">
                <a:lnSpc>
                  <a:spcPct val="140000"/>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259" name="Google Shape;259;p19"/>
          <p:cNvSpPr/>
          <p:nvPr/>
        </p:nvSpPr>
        <p:spPr>
          <a:xfrm rot="188886">
            <a:off x="1046592" y="-1085418"/>
            <a:ext cx="3597715" cy="2060509"/>
          </a:xfrm>
          <a:custGeom>
            <a:rect b="b" l="l" r="r" t="t"/>
            <a:pathLst>
              <a:path extrusionOk="0" h="4114800" w="7184571">
                <a:moveTo>
                  <a:pt x="0" y="0"/>
                </a:moveTo>
                <a:lnTo>
                  <a:pt x="7184572" y="0"/>
                </a:lnTo>
                <a:lnTo>
                  <a:pt x="7184572" y="4114800"/>
                </a:lnTo>
                <a:lnTo>
                  <a:pt x="0" y="4114800"/>
                </a:lnTo>
                <a:lnTo>
                  <a:pt x="0" y="0"/>
                </a:lnTo>
                <a:close/>
              </a:path>
            </a:pathLst>
          </a:custGeom>
          <a:blipFill rotWithShape="1">
            <a:blip r:embed="rId3">
              <a:alphaModFix/>
            </a:blip>
            <a:stretch>
              <a:fillRect b="0" l="0" r="0" t="0"/>
            </a:stretch>
          </a:blipFill>
          <a:ln>
            <a:noFill/>
          </a:ln>
        </p:spPr>
      </p:sp>
      <p:sp>
        <p:nvSpPr>
          <p:cNvPr id="260" name="Google Shape;260;p19"/>
          <p:cNvSpPr txBox="1"/>
          <p:nvPr/>
        </p:nvSpPr>
        <p:spPr>
          <a:xfrm>
            <a:off x="2249525" y="840850"/>
            <a:ext cx="6619500" cy="8466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en" sz="5500">
                <a:solidFill>
                  <a:srgbClr val="FFFFFF"/>
                </a:solidFill>
                <a:latin typeface="Palanquin Dark"/>
                <a:ea typeface="Palanquin Dark"/>
                <a:cs typeface="Palanquin Dark"/>
                <a:sym typeface="Palanquin Dark"/>
              </a:rPr>
              <a:t>Lenguaje no verbal</a:t>
            </a:r>
            <a:endParaRPr sz="700"/>
          </a:p>
        </p:txBody>
      </p:sp>
      <p:sp>
        <p:nvSpPr>
          <p:cNvPr id="261" name="Google Shape;261;p19"/>
          <p:cNvSpPr txBox="1"/>
          <p:nvPr/>
        </p:nvSpPr>
        <p:spPr>
          <a:xfrm>
            <a:off x="2203300" y="1600225"/>
            <a:ext cx="6582300" cy="677400"/>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None/>
            </a:pPr>
            <a:r>
              <a:rPr b="1" lang="en" sz="4400">
                <a:solidFill>
                  <a:srgbClr val="1E1E49"/>
                </a:solidFill>
                <a:latin typeface="Palanquin Dark"/>
                <a:ea typeface="Palanquin Dark"/>
                <a:cs typeface="Palanquin Dark"/>
                <a:sym typeface="Palanquin Dark"/>
              </a:rPr>
              <a:t>Más allá de las palabras</a:t>
            </a:r>
            <a:endParaRPr sz="700"/>
          </a:p>
        </p:txBody>
      </p:sp>
      <p:sp>
        <p:nvSpPr>
          <p:cNvPr id="262" name="Google Shape;262;p19"/>
          <p:cNvSpPr txBox="1"/>
          <p:nvPr/>
        </p:nvSpPr>
        <p:spPr>
          <a:xfrm>
            <a:off x="2612700" y="2724350"/>
            <a:ext cx="6312000" cy="1496100"/>
          </a:xfrm>
          <a:prstGeom prst="rect">
            <a:avLst/>
          </a:prstGeom>
          <a:noFill/>
          <a:ln>
            <a:noFill/>
          </a:ln>
        </p:spPr>
        <p:txBody>
          <a:bodyPr anchorCtr="0" anchor="t" bIns="0" lIns="0" spcFirstLastPara="1" rIns="0" wrap="square" tIns="0">
            <a:spAutoFit/>
          </a:bodyPr>
          <a:lstStyle/>
          <a:p>
            <a:pPr indent="0" lvl="0" marL="0" rtl="0" algn="just">
              <a:lnSpc>
                <a:spcPct val="140000"/>
              </a:lnSpc>
              <a:spcBef>
                <a:spcPts val="0"/>
              </a:spcBef>
              <a:spcAft>
                <a:spcPts val="0"/>
              </a:spcAft>
              <a:buNone/>
            </a:pPr>
            <a:r>
              <a:rPr b="1" lang="en" sz="900">
                <a:solidFill>
                  <a:srgbClr val="FFFFFF"/>
                </a:solidFill>
                <a:latin typeface="Palanquin Dark"/>
                <a:ea typeface="Palanquin Dark"/>
                <a:cs typeface="Palanquin Dark"/>
                <a:sym typeface="Palanquin Dark"/>
              </a:rPr>
              <a:t>Tipos de lenguaje no verbal</a:t>
            </a:r>
            <a:endParaRPr b="1" sz="900">
              <a:solidFill>
                <a:srgbClr val="FFFFFF"/>
              </a:solidFill>
              <a:latin typeface="Palanquin Dark"/>
              <a:ea typeface="Palanquin Dark"/>
              <a:cs typeface="Palanquin Dark"/>
              <a:sym typeface="Palanquin Dark"/>
            </a:endParaRPr>
          </a:p>
          <a:p>
            <a:pPr indent="0" lvl="0" marL="0" rtl="0" algn="just">
              <a:lnSpc>
                <a:spcPct val="140000"/>
              </a:lnSpc>
              <a:spcBef>
                <a:spcPts val="0"/>
              </a:spcBef>
              <a:spcAft>
                <a:spcPts val="0"/>
              </a:spcAft>
              <a:buNone/>
            </a:pPr>
            <a:r>
              <a:t/>
            </a:r>
            <a:endParaRPr b="1" sz="900">
              <a:solidFill>
                <a:srgbClr val="FFFFFF"/>
              </a:solidFill>
              <a:latin typeface="Palanquin Dark"/>
              <a:ea typeface="Palanquin Dark"/>
              <a:cs typeface="Palanquin Dark"/>
              <a:sym typeface="Palanquin Dark"/>
            </a:endParaRPr>
          </a:p>
          <a:p>
            <a:pPr indent="-285750" lvl="0" marL="457200" rtl="0" algn="just">
              <a:lnSpc>
                <a:spcPct val="140000"/>
              </a:lnSpc>
              <a:spcBef>
                <a:spcPts val="0"/>
              </a:spcBef>
              <a:spcAft>
                <a:spcPts val="0"/>
              </a:spcAft>
              <a:buClr>
                <a:srgbClr val="FFFFFF"/>
              </a:buClr>
              <a:buSzPts val="900"/>
              <a:buFont typeface="Palanquin Dark"/>
              <a:buChar char="➔"/>
            </a:pPr>
            <a:r>
              <a:rPr b="1" lang="en" sz="900">
                <a:solidFill>
                  <a:srgbClr val="FFFFFF"/>
                </a:solidFill>
                <a:latin typeface="Palanquin Dark"/>
                <a:ea typeface="Palanquin Dark"/>
                <a:cs typeface="Palanquin Dark"/>
                <a:sym typeface="Palanquin Dark"/>
              </a:rPr>
              <a:t>Voz. </a:t>
            </a:r>
            <a:r>
              <a:rPr lang="en" sz="900">
                <a:solidFill>
                  <a:srgbClr val="FFFFFF"/>
                </a:solidFill>
                <a:latin typeface="Palanquin Dark"/>
                <a:ea typeface="Palanquin Dark"/>
                <a:cs typeface="Palanquin Dark"/>
                <a:sym typeface="Palanquin Dark"/>
              </a:rPr>
              <a:t>No es solo lo que dices, sino cómo lo dices. Cuando hablas, las demás personas “leen” tu voz además de escuchar tus palabras. Prestan atención al ritmo y la velocidad, al volumen, al tono y la entonación, así como a sonidos que indican comprensión, como “ahh” o “ajá”. Piensa en cómo tu tono de voz puede expresar sarcasmo, enojo, afecto o seguridad.</a:t>
            </a:r>
            <a:endParaRPr sz="900">
              <a:solidFill>
                <a:srgbClr val="FFFFFF"/>
              </a:solidFill>
              <a:latin typeface="Palanquin Dark"/>
              <a:ea typeface="Palanquin Dark"/>
              <a:cs typeface="Palanquin Dark"/>
              <a:sym typeface="Palanquin Dark"/>
            </a:endParaRPr>
          </a:p>
          <a:p>
            <a:pPr indent="0" lvl="0" marL="0" rtl="0" algn="just">
              <a:lnSpc>
                <a:spcPct val="140000"/>
              </a:lnSpc>
              <a:spcBef>
                <a:spcPts val="0"/>
              </a:spcBef>
              <a:spcAft>
                <a:spcPts val="0"/>
              </a:spcAft>
              <a:buNone/>
            </a:pPr>
            <a:r>
              <a:t/>
            </a:r>
            <a:endParaRPr b="1" sz="900">
              <a:solidFill>
                <a:srgbClr val="FFFFFF"/>
              </a:solidFill>
              <a:latin typeface="Palanquin Dark"/>
              <a:ea typeface="Palanquin Dark"/>
              <a:cs typeface="Palanquin Dark"/>
              <a:sym typeface="Palanquin Dark"/>
            </a:endParaRPr>
          </a:p>
          <a:p>
            <a:pPr indent="0" lvl="0" marL="0" marR="0" rtl="0" algn="just">
              <a:lnSpc>
                <a:spcPct val="140000"/>
              </a:lnSpc>
              <a:spcBef>
                <a:spcPts val="0"/>
              </a:spcBef>
              <a:spcAft>
                <a:spcPts val="0"/>
              </a:spcAft>
              <a:buNone/>
            </a:pPr>
            <a:r>
              <a:t/>
            </a:r>
            <a:endParaRPr sz="900">
              <a:solidFill>
                <a:srgbClr val="FFFFFF"/>
              </a:solidFill>
              <a:latin typeface="Palanquin Dark"/>
              <a:ea typeface="Palanquin Dark"/>
              <a:cs typeface="Palanquin Dark"/>
              <a:sym typeface="Palanquin Dark"/>
            </a:endParaRPr>
          </a:p>
        </p:txBody>
      </p:sp>
      <p:grpSp>
        <p:nvGrpSpPr>
          <p:cNvPr id="263" name="Google Shape;263;p19"/>
          <p:cNvGrpSpPr/>
          <p:nvPr/>
        </p:nvGrpSpPr>
        <p:grpSpPr>
          <a:xfrm>
            <a:off x="8995550" y="-72329"/>
            <a:ext cx="148645" cy="5215727"/>
            <a:chOff x="0" y="-38100"/>
            <a:chExt cx="78300" cy="2747433"/>
          </a:xfrm>
        </p:grpSpPr>
        <p:sp>
          <p:nvSpPr>
            <p:cNvPr id="264" name="Google Shape;264;p19"/>
            <p:cNvSpPr/>
            <p:nvPr/>
          </p:nvSpPr>
          <p:spPr>
            <a:xfrm>
              <a:off x="0" y="0"/>
              <a:ext cx="78196" cy="2709333"/>
            </a:xfrm>
            <a:custGeom>
              <a:rect b="b" l="l" r="r" t="t"/>
              <a:pathLst>
                <a:path extrusionOk="0" h="2709333" w="78196">
                  <a:moveTo>
                    <a:pt x="0" y="0"/>
                  </a:moveTo>
                  <a:lnTo>
                    <a:pt x="78196" y="0"/>
                  </a:lnTo>
                  <a:lnTo>
                    <a:pt x="78196" y="2709333"/>
                  </a:lnTo>
                  <a:lnTo>
                    <a:pt x="0" y="2709333"/>
                  </a:lnTo>
                  <a:close/>
                </a:path>
              </a:pathLst>
            </a:custGeom>
            <a:solidFill>
              <a:srgbClr val="FFE072"/>
            </a:solidFill>
            <a:ln>
              <a:noFill/>
            </a:ln>
          </p:spPr>
        </p:sp>
        <p:sp>
          <p:nvSpPr>
            <p:cNvPr id="265" name="Google Shape;265;p19"/>
            <p:cNvSpPr txBox="1"/>
            <p:nvPr/>
          </p:nvSpPr>
          <p:spPr>
            <a:xfrm>
              <a:off x="0" y="-38100"/>
              <a:ext cx="78300" cy="2747400"/>
            </a:xfrm>
            <a:prstGeom prst="rect">
              <a:avLst/>
            </a:prstGeom>
            <a:noFill/>
            <a:ln>
              <a:noFill/>
            </a:ln>
          </p:spPr>
          <p:txBody>
            <a:bodyPr anchorCtr="0" anchor="ctr" bIns="25400" lIns="25400" spcFirstLastPara="1" rIns="25400" wrap="square" tIns="25400">
              <a:noAutofit/>
            </a:bodyPr>
            <a:lstStyle/>
            <a:p>
              <a:pPr indent="0" lvl="0" marL="0" marR="0" rtl="0" algn="ctr">
                <a:lnSpc>
                  <a:spcPct val="140000"/>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266" name="Google Shape;266;p19"/>
          <p:cNvGrpSpPr/>
          <p:nvPr/>
        </p:nvGrpSpPr>
        <p:grpSpPr>
          <a:xfrm>
            <a:off x="0" y="-72329"/>
            <a:ext cx="148645" cy="5215727"/>
            <a:chOff x="0" y="-38100"/>
            <a:chExt cx="78300" cy="2747433"/>
          </a:xfrm>
        </p:grpSpPr>
        <p:sp>
          <p:nvSpPr>
            <p:cNvPr id="267" name="Google Shape;267;p19"/>
            <p:cNvSpPr/>
            <p:nvPr/>
          </p:nvSpPr>
          <p:spPr>
            <a:xfrm>
              <a:off x="0" y="0"/>
              <a:ext cx="78196" cy="2709333"/>
            </a:xfrm>
            <a:custGeom>
              <a:rect b="b" l="l" r="r" t="t"/>
              <a:pathLst>
                <a:path extrusionOk="0" h="2709333" w="78196">
                  <a:moveTo>
                    <a:pt x="0" y="0"/>
                  </a:moveTo>
                  <a:lnTo>
                    <a:pt x="78196" y="0"/>
                  </a:lnTo>
                  <a:lnTo>
                    <a:pt x="78196" y="2709333"/>
                  </a:lnTo>
                  <a:lnTo>
                    <a:pt x="0" y="2709333"/>
                  </a:lnTo>
                  <a:close/>
                </a:path>
              </a:pathLst>
            </a:custGeom>
            <a:solidFill>
              <a:srgbClr val="FFE072"/>
            </a:solidFill>
            <a:ln>
              <a:noFill/>
            </a:ln>
          </p:spPr>
        </p:sp>
        <p:sp>
          <p:nvSpPr>
            <p:cNvPr id="268" name="Google Shape;268;p19"/>
            <p:cNvSpPr txBox="1"/>
            <p:nvPr/>
          </p:nvSpPr>
          <p:spPr>
            <a:xfrm>
              <a:off x="0" y="-38100"/>
              <a:ext cx="78300" cy="2747400"/>
            </a:xfrm>
            <a:prstGeom prst="rect">
              <a:avLst/>
            </a:prstGeom>
            <a:noFill/>
            <a:ln>
              <a:noFill/>
            </a:ln>
          </p:spPr>
          <p:txBody>
            <a:bodyPr anchorCtr="0" anchor="ctr" bIns="25400" lIns="25400" spcFirstLastPara="1" rIns="25400" wrap="square" tIns="25400">
              <a:noAutofit/>
            </a:bodyPr>
            <a:lstStyle/>
            <a:p>
              <a:pPr indent="0" lvl="0" marL="0" marR="0" rtl="0" algn="ctr">
                <a:lnSpc>
                  <a:spcPct val="140000"/>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269" name="Google Shape;269;p19"/>
          <p:cNvSpPr txBox="1"/>
          <p:nvPr/>
        </p:nvSpPr>
        <p:spPr>
          <a:xfrm>
            <a:off x="651225" y="3630800"/>
            <a:ext cx="1458900" cy="1692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en" sz="1100" u="sng">
                <a:solidFill>
                  <a:schemeClr val="hlink"/>
                </a:solidFill>
                <a:hlinkClick r:id="rId4"/>
              </a:rPr>
              <a:t>Link de referencia</a:t>
            </a:r>
            <a:endParaRPr sz="900">
              <a:solidFill>
                <a:srgbClr val="FFFFFF"/>
              </a:solidFill>
              <a:latin typeface="Palanquin Dark"/>
              <a:ea typeface="Palanquin Dark"/>
              <a:cs typeface="Palanquin Dark"/>
              <a:sym typeface="Palanquin Dark"/>
            </a:endParaRPr>
          </a:p>
        </p:txBody>
      </p:sp>
      <p:pic>
        <p:nvPicPr>
          <p:cNvPr id="270" name="Google Shape;270;p19"/>
          <p:cNvPicPr preferRelativeResize="0"/>
          <p:nvPr/>
        </p:nvPicPr>
        <p:blipFill>
          <a:blip r:embed="rId5">
            <a:alphaModFix/>
          </a:blip>
          <a:stretch>
            <a:fillRect/>
          </a:stretch>
        </p:blipFill>
        <p:spPr>
          <a:xfrm>
            <a:off x="386650" y="1584575"/>
            <a:ext cx="1988050" cy="1988050"/>
          </a:xfrm>
          <a:prstGeom prst="rect">
            <a:avLst/>
          </a:prstGeom>
          <a:noFill/>
          <a:ln>
            <a:noFill/>
          </a:ln>
        </p:spPr>
      </p:pic>
    </p:spTree>
  </p:cSld>
  <p:clrMapOvr>
    <a:masterClrMapping/>
  </p:clrMapOvr>
  <p:transition>
    <p:fade thruBlk="1"/>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pic>
        <p:nvPicPr>
          <p:cNvPr id="275" name="Google Shape;275;p20"/>
          <p:cNvPicPr preferRelativeResize="0"/>
          <p:nvPr/>
        </p:nvPicPr>
        <p:blipFill>
          <a:blip r:embed="rId3">
            <a:alphaModFix/>
          </a:blip>
          <a:stretch>
            <a:fillRect/>
          </a:stretch>
        </p:blipFill>
        <p:spPr>
          <a:xfrm>
            <a:off x="1142375" y="152400"/>
            <a:ext cx="3836087" cy="4838701"/>
          </a:xfrm>
          <a:prstGeom prst="rect">
            <a:avLst/>
          </a:prstGeom>
          <a:noFill/>
          <a:ln>
            <a:noFill/>
          </a:ln>
        </p:spPr>
      </p:pic>
      <p:sp>
        <p:nvSpPr>
          <p:cNvPr id="276" name="Google Shape;276;p20"/>
          <p:cNvSpPr txBox="1"/>
          <p:nvPr/>
        </p:nvSpPr>
        <p:spPr>
          <a:xfrm>
            <a:off x="6021850" y="3870650"/>
            <a:ext cx="2442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solidFill>
                  <a:schemeClr val="hlink"/>
                </a:solidFill>
                <a:hlinkClick r:id="rId4"/>
              </a:rPr>
              <a:t>Fuente de información</a:t>
            </a:r>
            <a:r>
              <a:rPr lang="en"/>
              <a:t>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4B2ED"/>
        </a:solidFill>
      </p:bgPr>
    </p:bg>
    <p:spTree>
      <p:nvGrpSpPr>
        <p:cNvPr id="280" name="Shape 280"/>
        <p:cNvGrpSpPr/>
        <p:nvPr/>
      </p:nvGrpSpPr>
      <p:grpSpPr>
        <a:xfrm>
          <a:off x="0" y="0"/>
          <a:ext cx="0" cy="0"/>
          <a:chOff x="0" y="0"/>
          <a:chExt cx="0" cy="0"/>
        </a:xfrm>
      </p:grpSpPr>
      <p:grpSp>
        <p:nvGrpSpPr>
          <p:cNvPr id="281" name="Google Shape;281;p21"/>
          <p:cNvGrpSpPr/>
          <p:nvPr/>
        </p:nvGrpSpPr>
        <p:grpSpPr>
          <a:xfrm>
            <a:off x="0" y="2499420"/>
            <a:ext cx="9144000" cy="2644080"/>
            <a:chOff x="0" y="-38100"/>
            <a:chExt cx="4816593" cy="1392767"/>
          </a:xfrm>
        </p:grpSpPr>
        <p:sp>
          <p:nvSpPr>
            <p:cNvPr id="282" name="Google Shape;282;p21"/>
            <p:cNvSpPr/>
            <p:nvPr/>
          </p:nvSpPr>
          <p:spPr>
            <a:xfrm>
              <a:off x="0" y="0"/>
              <a:ext cx="4816592" cy="1354667"/>
            </a:xfrm>
            <a:custGeom>
              <a:rect b="b" l="l" r="r" t="t"/>
              <a:pathLst>
                <a:path extrusionOk="0" h="1354667" w="4816592">
                  <a:moveTo>
                    <a:pt x="0" y="0"/>
                  </a:moveTo>
                  <a:lnTo>
                    <a:pt x="4816592" y="0"/>
                  </a:lnTo>
                  <a:lnTo>
                    <a:pt x="4816592" y="1354667"/>
                  </a:lnTo>
                  <a:lnTo>
                    <a:pt x="0" y="1354667"/>
                  </a:lnTo>
                  <a:close/>
                </a:path>
              </a:pathLst>
            </a:custGeom>
            <a:solidFill>
              <a:srgbClr val="01045F">
                <a:alpha val="48235"/>
              </a:srgbClr>
            </a:solidFill>
            <a:ln>
              <a:noFill/>
            </a:ln>
          </p:spPr>
        </p:sp>
        <p:sp>
          <p:nvSpPr>
            <p:cNvPr id="283" name="Google Shape;283;p21"/>
            <p:cNvSpPr txBox="1"/>
            <p:nvPr/>
          </p:nvSpPr>
          <p:spPr>
            <a:xfrm>
              <a:off x="0" y="-38100"/>
              <a:ext cx="4816593" cy="1392767"/>
            </a:xfrm>
            <a:prstGeom prst="rect">
              <a:avLst/>
            </a:prstGeom>
            <a:noFill/>
            <a:ln>
              <a:noFill/>
            </a:ln>
          </p:spPr>
          <p:txBody>
            <a:bodyPr anchorCtr="0" anchor="ctr" bIns="25400" lIns="25400" spcFirstLastPara="1" rIns="25400" wrap="square" tIns="25400">
              <a:noAutofit/>
            </a:bodyPr>
            <a:lstStyle/>
            <a:p>
              <a:pPr indent="0" lvl="0" marL="0" marR="0" rtl="0" algn="ctr">
                <a:lnSpc>
                  <a:spcPct val="140000"/>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284" name="Google Shape;284;p21"/>
          <p:cNvGrpSpPr/>
          <p:nvPr/>
        </p:nvGrpSpPr>
        <p:grpSpPr>
          <a:xfrm>
            <a:off x="8995550" y="-72330"/>
            <a:ext cx="148450" cy="5215830"/>
            <a:chOff x="0" y="-38100"/>
            <a:chExt cx="78196" cy="2747433"/>
          </a:xfrm>
        </p:grpSpPr>
        <p:sp>
          <p:nvSpPr>
            <p:cNvPr id="285" name="Google Shape;285;p21"/>
            <p:cNvSpPr/>
            <p:nvPr/>
          </p:nvSpPr>
          <p:spPr>
            <a:xfrm>
              <a:off x="0" y="0"/>
              <a:ext cx="78196" cy="2709333"/>
            </a:xfrm>
            <a:custGeom>
              <a:rect b="b" l="l" r="r" t="t"/>
              <a:pathLst>
                <a:path extrusionOk="0" h="2709333" w="78196">
                  <a:moveTo>
                    <a:pt x="0" y="0"/>
                  </a:moveTo>
                  <a:lnTo>
                    <a:pt x="78196" y="0"/>
                  </a:lnTo>
                  <a:lnTo>
                    <a:pt x="78196" y="2709333"/>
                  </a:lnTo>
                  <a:lnTo>
                    <a:pt x="0" y="2709333"/>
                  </a:lnTo>
                  <a:close/>
                </a:path>
              </a:pathLst>
            </a:custGeom>
            <a:solidFill>
              <a:srgbClr val="FFE072"/>
            </a:solidFill>
            <a:ln>
              <a:noFill/>
            </a:ln>
          </p:spPr>
        </p:sp>
        <p:sp>
          <p:nvSpPr>
            <p:cNvPr id="286" name="Google Shape;286;p21"/>
            <p:cNvSpPr txBox="1"/>
            <p:nvPr/>
          </p:nvSpPr>
          <p:spPr>
            <a:xfrm>
              <a:off x="0" y="-38100"/>
              <a:ext cx="78196" cy="2747433"/>
            </a:xfrm>
            <a:prstGeom prst="rect">
              <a:avLst/>
            </a:prstGeom>
            <a:noFill/>
            <a:ln>
              <a:noFill/>
            </a:ln>
          </p:spPr>
          <p:txBody>
            <a:bodyPr anchorCtr="0" anchor="ctr" bIns="25400" lIns="25400" spcFirstLastPara="1" rIns="25400" wrap="square" tIns="25400">
              <a:noAutofit/>
            </a:bodyPr>
            <a:lstStyle/>
            <a:p>
              <a:pPr indent="0" lvl="0" marL="0" marR="0" rtl="0" algn="ctr">
                <a:lnSpc>
                  <a:spcPct val="140000"/>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287" name="Google Shape;287;p21"/>
          <p:cNvGrpSpPr/>
          <p:nvPr/>
        </p:nvGrpSpPr>
        <p:grpSpPr>
          <a:xfrm>
            <a:off x="0" y="-72330"/>
            <a:ext cx="148450" cy="5215830"/>
            <a:chOff x="0" y="-38100"/>
            <a:chExt cx="78196" cy="2747433"/>
          </a:xfrm>
        </p:grpSpPr>
        <p:sp>
          <p:nvSpPr>
            <p:cNvPr id="288" name="Google Shape;288;p21"/>
            <p:cNvSpPr/>
            <p:nvPr/>
          </p:nvSpPr>
          <p:spPr>
            <a:xfrm>
              <a:off x="0" y="0"/>
              <a:ext cx="78196" cy="2709333"/>
            </a:xfrm>
            <a:custGeom>
              <a:rect b="b" l="l" r="r" t="t"/>
              <a:pathLst>
                <a:path extrusionOk="0" h="2709333" w="78196">
                  <a:moveTo>
                    <a:pt x="0" y="0"/>
                  </a:moveTo>
                  <a:lnTo>
                    <a:pt x="78196" y="0"/>
                  </a:lnTo>
                  <a:lnTo>
                    <a:pt x="78196" y="2709333"/>
                  </a:lnTo>
                  <a:lnTo>
                    <a:pt x="0" y="2709333"/>
                  </a:lnTo>
                  <a:close/>
                </a:path>
              </a:pathLst>
            </a:custGeom>
            <a:solidFill>
              <a:srgbClr val="FFE072"/>
            </a:solidFill>
            <a:ln>
              <a:noFill/>
            </a:ln>
          </p:spPr>
        </p:sp>
        <p:sp>
          <p:nvSpPr>
            <p:cNvPr id="289" name="Google Shape;289;p21"/>
            <p:cNvSpPr txBox="1"/>
            <p:nvPr/>
          </p:nvSpPr>
          <p:spPr>
            <a:xfrm>
              <a:off x="0" y="-38100"/>
              <a:ext cx="78196" cy="2747433"/>
            </a:xfrm>
            <a:prstGeom prst="rect">
              <a:avLst/>
            </a:prstGeom>
            <a:noFill/>
            <a:ln>
              <a:noFill/>
            </a:ln>
          </p:spPr>
          <p:txBody>
            <a:bodyPr anchorCtr="0" anchor="ctr" bIns="25400" lIns="25400" spcFirstLastPara="1" rIns="25400" wrap="square" tIns="25400">
              <a:noAutofit/>
            </a:bodyPr>
            <a:lstStyle/>
            <a:p>
              <a:pPr indent="0" lvl="0" marL="0" marR="0" rtl="0" algn="ctr">
                <a:lnSpc>
                  <a:spcPct val="140000"/>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290" name="Google Shape;290;p21"/>
          <p:cNvSpPr txBox="1"/>
          <p:nvPr/>
        </p:nvSpPr>
        <p:spPr>
          <a:xfrm>
            <a:off x="732820" y="1272097"/>
            <a:ext cx="4063800" cy="1108200"/>
          </a:xfrm>
          <a:prstGeom prst="rect">
            <a:avLst/>
          </a:prstGeom>
          <a:noFill/>
          <a:ln>
            <a:noFill/>
          </a:ln>
        </p:spPr>
        <p:txBody>
          <a:bodyPr anchorCtr="0" anchor="t" bIns="0" lIns="0" spcFirstLastPara="1" rIns="0" wrap="square" tIns="0">
            <a:spAutoFit/>
          </a:bodyPr>
          <a:lstStyle/>
          <a:p>
            <a:pPr indent="0" lvl="0" marL="0" marR="0" rtl="0" algn="l">
              <a:lnSpc>
                <a:spcPct val="140004"/>
              </a:lnSpc>
              <a:spcBef>
                <a:spcPts val="0"/>
              </a:spcBef>
              <a:spcAft>
                <a:spcPts val="0"/>
              </a:spcAft>
              <a:buNone/>
            </a:pPr>
            <a:r>
              <a:rPr b="1" lang="en" sz="7200">
                <a:solidFill>
                  <a:srgbClr val="FFFFFF"/>
                </a:solidFill>
                <a:latin typeface="Palanquin Dark"/>
                <a:ea typeface="Palanquin Dark"/>
                <a:cs typeface="Palanquin Dark"/>
                <a:sym typeface="Palanquin Dark"/>
              </a:rPr>
              <a:t>Gracias</a:t>
            </a:r>
            <a:endParaRPr sz="1700"/>
          </a:p>
        </p:txBody>
      </p:sp>
      <p:sp>
        <p:nvSpPr>
          <p:cNvPr id="291" name="Google Shape;291;p21"/>
          <p:cNvSpPr txBox="1"/>
          <p:nvPr/>
        </p:nvSpPr>
        <p:spPr>
          <a:xfrm>
            <a:off x="889145" y="2627555"/>
            <a:ext cx="2430900" cy="8775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en" sz="1500">
                <a:solidFill>
                  <a:srgbClr val="FFFFFF"/>
                </a:solidFill>
                <a:latin typeface="Palanquin Dark"/>
                <a:ea typeface="Palanquin Dark"/>
                <a:cs typeface="Palanquin Dark"/>
                <a:sym typeface="Palanquin Dark"/>
              </a:rPr>
              <a:t>Estos son unos primeros auxilios a la hora de presentar</a:t>
            </a:r>
            <a:endParaRPr sz="1300"/>
          </a:p>
        </p:txBody>
      </p:sp>
      <p:pic>
        <p:nvPicPr>
          <p:cNvPr id="292" name="Google Shape;292;p21"/>
          <p:cNvPicPr preferRelativeResize="0"/>
          <p:nvPr/>
        </p:nvPicPr>
        <p:blipFill>
          <a:blip r:embed="rId3">
            <a:alphaModFix/>
          </a:blip>
          <a:stretch>
            <a:fillRect/>
          </a:stretch>
        </p:blipFill>
        <p:spPr>
          <a:xfrm>
            <a:off x="5452827" y="1172175"/>
            <a:ext cx="2874374" cy="2874408"/>
          </a:xfrm>
          <a:prstGeom prst="rect">
            <a:avLst/>
          </a:prstGeom>
          <a:noFill/>
          <a:ln>
            <a:noFill/>
          </a:ln>
        </p:spPr>
      </p:pic>
    </p:spTree>
  </p:cSld>
  <p:clrMapOvr>
    <a:masterClrMapping/>
  </p:clrMapOvr>
  <p:transition>
    <p:fade thruBlk="1"/>
  </p:transition>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FFFFFF"/>
      </a:dk1>
      <a:lt1>
        <a:srgbClr val="A4B2ED"/>
      </a:lt1>
      <a:dk2>
        <a:srgbClr val="FFFFFF"/>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